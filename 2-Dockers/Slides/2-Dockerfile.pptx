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4.xml" ContentType="application/vnd.openxmlformats-officedocument.theme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77" r:id="rId5"/>
    <p:sldMasterId id="2147483964" r:id="rId6"/>
    <p:sldMasterId id="2147484051" r:id="rId7"/>
    <p:sldMasterId id="2147484138" r:id="rId8"/>
  </p:sldMasterIdLst>
  <p:notesMasterIdLst>
    <p:notesMasterId r:id="rId13"/>
  </p:notesMasterIdLst>
  <p:handoutMasterIdLst>
    <p:handoutMasterId r:id="rId14"/>
  </p:handoutMasterIdLst>
  <p:sldIdLst>
    <p:sldId id="291" r:id="rId9"/>
    <p:sldId id="292" r:id="rId10"/>
    <p:sldId id="300" r:id="rId11"/>
    <p:sldId id="318" r:id="rId12"/>
  </p:sldIdLst>
  <p:sldSz cx="12192000" cy="6858000"/>
  <p:notesSz cx="6645275" cy="9775825"/>
  <p:custDataLst>
    <p:tags r:id="rId15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11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  <p:cmAuthor id="3" name="Grant" initials="G" lastIdx="1" clrIdx="2">
    <p:extLst>
      <p:ext uri="{19B8F6BF-5375-455C-9EA6-DF929625EA0E}">
        <p15:presenceInfo xmlns:p15="http://schemas.microsoft.com/office/powerpoint/2012/main" userId="Grant" providerId="None"/>
      </p:ext>
    </p:extLst>
  </p:cmAuthor>
  <p:cmAuthor id="4" name="Foppa, Pedro" initials="FP" lastIdx="1" clrIdx="3">
    <p:extLst>
      <p:ext uri="{19B8F6BF-5375-455C-9EA6-DF929625EA0E}">
        <p15:presenceInfo xmlns:p15="http://schemas.microsoft.com/office/powerpoint/2012/main" userId="S::pfoppa@qa.com::78b15ebb-14ab-45f0-97b3-f50a9b67c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00CEF9"/>
    <a:srgbClr val="03EAB3"/>
    <a:srgbClr val="00D2FE"/>
    <a:srgbClr val="28CEF6"/>
    <a:srgbClr val="FFD217"/>
    <a:srgbClr val="FF6124"/>
    <a:srgbClr val="EECF40"/>
    <a:srgbClr val="A5FFFF"/>
    <a:srgbClr val="00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65499" autoAdjust="0"/>
  </p:normalViewPr>
  <p:slideViewPr>
    <p:cSldViewPr snapToGrid="0" snapToObjects="1">
      <p:cViewPr varScale="1">
        <p:scale>
          <a:sx n="51" d="100"/>
          <a:sy n="51" d="100"/>
        </p:scale>
        <p:origin x="864" y="29"/>
      </p:cViewPr>
      <p:guideLst>
        <p:guide pos="3840"/>
        <p:guide orient="horz" pos="37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33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09/09/2024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microsoft.com/office/2007/relationships/hdphoto" Target="../media/hdphoto3.wdp"/><Relationship Id="rId4" Type="http://schemas.openxmlformats.org/officeDocument/2006/relationships/image" Target="../media/image19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01">
    <p:bg>
      <p:bgPr>
        <a:solidFill>
          <a:srgbClr val="0FE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7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457" userDrawn="1">
          <p15:clr>
            <a:srgbClr val="FBAE40"/>
          </p15:clr>
        </p15:guide>
        <p15:guide id="3" orient="horz" pos="36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36403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Housekeeping</a:t>
            </a:r>
            <a:endParaRPr lang="en-GB" noProof="0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C1B3813-DD9D-954E-BE79-A994AB3AFD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et &amp; Gre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757463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33C862-6C7D-4099-B29A-B18CFC640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4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0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8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rgbClr val="004050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4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7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59132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74936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5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87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5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007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1666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B611D-7B8F-B64E-B297-6F15D8AC0F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9F936A6-C45C-DE4D-B127-38C5B78DB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62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9549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8CE8C71-4A26-D849-813C-580602CCB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89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22CC552-B995-3D44-97DB-048FA9D739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699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6C80C38-3722-474E-8B11-A2D0DDDA4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9326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12CDA4-6DB7-9B47-B8BD-BC72661022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6269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688DDD5-996C-5A49-B7AA-2FBE46226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527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7306422-B398-BC4C-8476-3EB6DBC166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801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913617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1107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440E06-BD51-134C-8922-1FED8CE30B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53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622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437921-F8BF-FB43-B188-28C7B472CC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918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1107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950501-8A96-F740-8901-23C73CDCDD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8724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6024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ABD8F74-8FD6-554A-BB95-259D126DE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3587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37336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93A48C6-BAF4-C24C-927C-1277EFA8D0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777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622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08EE555-3A54-004C-A759-75B8B80EEC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9022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7C86B2-491D-4175-B781-C85C7A9602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4383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6237" y="1240838"/>
            <a:ext cx="11431587" cy="523775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3pPr>
            <a:lvl4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4pPr>
            <a:lvl5pPr marL="355591" indent="-266693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93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39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9746"/>
            <a:ext cx="6604609" cy="6858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35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80717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948F714-4D77-CD42-BD58-84592393B6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0694070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et &amp; Gre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757463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CD9ABD-8C57-4882-866C-BC056D757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89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830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008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824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942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8269695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7922049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84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356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26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59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71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8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1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921621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9930038-7324-754A-9850-A216F52D7E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441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DF1ACB8-AF73-DE42-B25D-407198650B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5292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45BD70D-705E-6C48-85F0-2B8B8D29C2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394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1090407-4F3B-F847-A7AB-C8C0EFB28A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2302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9C0454-8721-7947-A56E-58D569350C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0523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98B0132-AE9F-DA4C-9229-D8371E10A7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914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410780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3935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46C840F-99B2-8C4C-A37D-F1F388F0C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8623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88241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39C13B6-7320-8544-8C3F-972BE573F6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046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91069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032C547-F94C-1241-9D31-1F73ADBB24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34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10865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98D41BD-7B3B-1742-B394-CDE3B9E03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121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2A682AD-D487-474A-ACC8-8097477C31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864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622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7A21872-726D-FD41-8C44-AEDB5C0435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895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514" y="377546"/>
            <a:ext cx="5336420" cy="6147015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469053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184910-58FA-4EFA-A539-4B89BFCDC9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FB43B3-B490-477F-9165-5EA7092C40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51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440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97354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8601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Housekeeping</a:t>
            </a:r>
            <a:endParaRPr lang="en-GB" noProof="0" dirty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C7927F0-0060-E641-9DF6-FBEA1036D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tx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87941427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usekeep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63AF44A-1995-DE4D-9A46-5A2394C80A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265683593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2">
    <p:bg>
      <p:bgPr>
        <a:solidFill>
          <a:srgbClr val="E8C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95ECC-57F0-414E-B59C-F055BAC9DF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34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et &amp; Greet 2">
    <p:bg>
      <p:bgPr>
        <a:solidFill>
          <a:srgbClr val="FF6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2B12B-0209-4F2C-B3BB-EE7164671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14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accent6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839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850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785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5110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5385691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207239077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58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93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81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43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80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33985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719BA34-23BB-1044-9AD7-64A0FC498A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800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03A16D8-C47D-2646-8D74-7305970A0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9CE94EC-D689-0844-B168-B5C04CE105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130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D1907F4-B2E5-E241-8CFF-3C1A5962F4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0029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A35AD87-FF52-FA40-A269-A1F35A25AE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4215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92D96B5-6708-5946-B56D-48C7C909EB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783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03573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363942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ADBD2A6-9D59-8A42-B712-28AECE554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815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9795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425D0E0-656F-8441-9B06-9CCBF96661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145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422B83-86F8-9643-B75F-38DF13EE57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374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85337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ECDA1F6-68EE-9047-9ECF-D975CA62C8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27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F2FEA9A-101A-5A4C-83E2-4C0044BA6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48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3A21BE0-4841-FF4C-ABD6-32E1F111A9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288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3">
    <p:bg>
      <p:bgPr>
        <a:solidFill>
          <a:srgbClr val="E86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84A5C5-2EE0-4240-9019-8B715BEE89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123B60-D604-9A41-BA50-1BF4AC36A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9515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3">
    <p:bg>
      <p:bgPr>
        <a:solidFill>
          <a:srgbClr val="FFD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7793DD-F793-8F4F-B74E-6B8630C826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F20315E-2B12-1B43-A789-90CFB92D6F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246302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B509EB7-6C12-4E21-BEEC-0CCC276286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2322C5-1CF3-42B4-96D7-04AE4FF89F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69291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507EE1D-A14D-478F-853C-B98EB3E70E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918B64-9105-4E90-815B-8AC734F02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092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32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4197715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usekeeping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1EB17D6-1862-9E4C-AC48-E047218919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tx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75698405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3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E28BE-DA40-4803-B8FE-167E8D45A1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88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tx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0007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0671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tx1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4381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1263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87264285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13933804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>
              <a:solidFill>
                <a:schemeClr val="tx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4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291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0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2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04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tx1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5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8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9626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2BB93A1-2BBC-6E43-8966-8BC896D724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06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7482870-8F1E-4A40-98B3-EB4E14D20B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64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5231A29-C420-A24A-83D8-2845B3719A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9637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5EB805A-E7B4-1A4B-A713-5EC6CFC185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324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rgbClr val="28CEF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3A48D2-2003-3B48-9BA7-3C3C764A53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798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AD0D0D-8846-2F49-A055-6C6BC6354F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2698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17464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990791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5821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4D068D3-76D2-6C48-BF65-509B44CAC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15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72216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FCF7FD-3F84-F04D-B73E-0F9F6BA831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834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033245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96E7A6F-DAC6-B441-B5F5-018B0C7C2A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525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3196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5A0BA27-1B3E-284F-A41F-F988E90070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076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89184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rgbClr val="28CEF6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39D1C75-606C-4D47-8814-AB30DCA4C3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6815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44802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C321F0F-9EE5-FC4B-A5AF-678F2F4F9C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5460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2">
    <p:bg>
      <p:bgPr>
        <a:solidFill>
          <a:srgbClr val="23C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DC967D-822F-0D4D-9D88-47A397D689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99DB077-1C85-A441-AE94-AEC6EEA7D3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687458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32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2F189F0-0DDE-404F-9FD7-21EBA1DC01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3DF19-D33D-4658-9164-10D3FE685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04287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6237" y="1240838"/>
            <a:ext cx="11431587" cy="523775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3pPr>
            <a:lvl4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4pPr>
            <a:lvl5pPr marL="355591" indent="-266693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662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39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03A14FE-D075-C54D-A7E3-E22DBF933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759301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167298" y="2921079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747517" y="2921079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257866" y="2921079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167299" y="1240564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747517" y="1233488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257867" y="1240564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744941" y="293606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744942" y="1255555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2C408C0-1A1B-4D4D-B79A-2D37D6F3CB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29773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167876" y="1246665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13794" y="1246665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59713" y="124666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505633" y="124666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41670F-D9DB-3140-AAEA-4430FBF2D3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24373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6490" y="1246663"/>
            <a:ext cx="5612791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2589" y="1246661"/>
            <a:ext cx="5621337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E1C86EE-79CD-A844-BC58-36532ABD5C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667487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1181" y="1240839"/>
            <a:ext cx="5612745" cy="52377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6489" y="1239313"/>
            <a:ext cx="5621337" cy="5239275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marR="0" indent="-171446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C6158FE-928A-7845-B66A-66F0FE0F7F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386436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82062" y="1239312"/>
            <a:ext cx="5621863" cy="5239275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9185" y="1246663"/>
            <a:ext cx="5608641" cy="5231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3FBF726-3A82-7143-ACCB-5046CC509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860773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376238" y="3968576"/>
            <a:ext cx="5627687" cy="252000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249" y="1233490"/>
            <a:ext cx="5627676" cy="257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0195" y="1233489"/>
            <a:ext cx="5627631" cy="257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0195" y="3968576"/>
            <a:ext cx="5627631" cy="252000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0"/>
            </a:lvl1pPr>
            <a:lvl2pPr marL="171446" indent="-171446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270B6DD-EFD0-B148-AC2D-17D9B4352A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34283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796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26" Type="http://schemas.openxmlformats.org/officeDocument/2006/relationships/slideLayout" Target="../slideLayouts/slideLayout93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100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96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24" Type="http://schemas.openxmlformats.org/officeDocument/2006/relationships/slideLayout" Target="../slideLayouts/slideLayout91.xml"/><Relationship Id="rId32" Type="http://schemas.openxmlformats.org/officeDocument/2006/relationships/slideLayout" Target="../slideLayouts/slideLayout99.xml"/><Relationship Id="rId37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90.xml"/><Relationship Id="rId28" Type="http://schemas.openxmlformats.org/officeDocument/2006/relationships/slideLayout" Target="../slideLayouts/slideLayout95.xml"/><Relationship Id="rId36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31" Type="http://schemas.openxmlformats.org/officeDocument/2006/relationships/slideLayout" Target="../slideLayouts/slideLayout98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94.xml"/><Relationship Id="rId30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125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129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124.xml"/><Relationship Id="rId29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24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9.xml"/><Relationship Id="rId23" Type="http://schemas.openxmlformats.org/officeDocument/2006/relationships/slideLayout" Target="../slideLayouts/slideLayout127.xml"/><Relationship Id="rId28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126.xml"/><Relationship Id="rId27" Type="http://schemas.openxmlformats.org/officeDocument/2006/relationships/slideLayout" Target="../slideLayouts/slideLayout131.xml"/><Relationship Id="rId30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11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43.xml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42.xml"/><Relationship Id="rId11" Type="http://schemas.openxmlformats.org/officeDocument/2006/relationships/image" Target="../media/image9.png"/><Relationship Id="rId5" Type="http://schemas.openxmlformats.org/officeDocument/2006/relationships/slideLayout" Target="../slideLayouts/slideLayout1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42" r:id="rId2"/>
    <p:sldLayoutId id="2147483806" r:id="rId3"/>
    <p:sldLayoutId id="2147484338" r:id="rId4"/>
    <p:sldLayoutId id="2147483779" r:id="rId5"/>
    <p:sldLayoutId id="2147483789" r:id="rId6"/>
    <p:sldLayoutId id="2147483788" r:id="rId7"/>
    <p:sldLayoutId id="2147483778" r:id="rId8"/>
    <p:sldLayoutId id="2147484218" r:id="rId9"/>
    <p:sldLayoutId id="2147484219" r:id="rId10"/>
    <p:sldLayoutId id="2147483696" r:id="rId11"/>
    <p:sldLayoutId id="2147483790" r:id="rId12"/>
    <p:sldLayoutId id="2147484314" r:id="rId13"/>
    <p:sldLayoutId id="2147483791" r:id="rId14"/>
    <p:sldLayoutId id="2147483802" r:id="rId15"/>
    <p:sldLayoutId id="2147484315" r:id="rId16"/>
    <p:sldLayoutId id="2147484316" r:id="rId17"/>
    <p:sldLayoutId id="2147484322" r:id="rId18"/>
    <p:sldLayoutId id="2147484323" r:id="rId19"/>
    <p:sldLayoutId id="2147484324" r:id="rId20"/>
    <p:sldLayoutId id="2147484317" r:id="rId21"/>
    <p:sldLayoutId id="2147484325" r:id="rId22"/>
    <p:sldLayoutId id="2147484328" r:id="rId23"/>
    <p:sldLayoutId id="2147484318" r:id="rId24"/>
    <p:sldLayoutId id="2147484327" r:id="rId25"/>
    <p:sldLayoutId id="2147484334" r:id="rId26"/>
    <p:sldLayoutId id="2147484335" r:id="rId27"/>
    <p:sldLayoutId id="2147484326" r:id="rId28"/>
    <p:sldLayoutId id="2147484319" r:id="rId29"/>
    <p:sldLayoutId id="2147484336" r:id="rId30"/>
    <p:sldLayoutId id="2147484337" r:id="rId31"/>
    <p:sldLayoutId id="2147484443" r:id="rId32"/>
    <p:sldLayoutId id="2147484455" r:id="rId33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5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5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5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5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1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5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3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7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1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5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9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79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6" r:id="rId1"/>
    <p:sldLayoutId id="2147484444" r:id="rId2"/>
    <p:sldLayoutId id="2147484342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2" r:id="rId12"/>
    <p:sldLayoutId id="2147484353" r:id="rId13"/>
    <p:sldLayoutId id="2147484354" r:id="rId14"/>
    <p:sldLayoutId id="2147484355" r:id="rId15"/>
    <p:sldLayoutId id="2147484356" r:id="rId16"/>
    <p:sldLayoutId id="2147484357" r:id="rId17"/>
    <p:sldLayoutId id="2147484358" r:id="rId18"/>
    <p:sldLayoutId id="2147484359" r:id="rId19"/>
    <p:sldLayoutId id="2147484360" r:id="rId20"/>
    <p:sldLayoutId id="2147484361" r:id="rId21"/>
    <p:sldLayoutId id="2147484362" r:id="rId22"/>
    <p:sldLayoutId id="2147484363" r:id="rId23"/>
    <p:sldLayoutId id="2147484364" r:id="rId24"/>
    <p:sldLayoutId id="2147484365" r:id="rId25"/>
    <p:sldLayoutId id="2147484366" r:id="rId26"/>
    <p:sldLayoutId id="2147484367" r:id="rId27"/>
    <p:sldLayoutId id="2147484368" r:id="rId28"/>
    <p:sldLayoutId id="2147484369" r:id="rId29"/>
    <p:sldLayoutId id="2147484370" r:id="rId30"/>
    <p:sldLayoutId id="2147484371" r:id="rId31"/>
    <p:sldLayoutId id="2147484378" r:id="rId32"/>
    <p:sldLayoutId id="2147484449" r:id="rId33"/>
    <p:sldLayoutId id="2147484445" r:id="rId34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97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8" r:id="rId1"/>
    <p:sldLayoutId id="2147484447" r:id="rId2"/>
    <p:sldLayoutId id="2147484407" r:id="rId3"/>
    <p:sldLayoutId id="2147484408" r:id="rId4"/>
    <p:sldLayoutId id="2147483975" r:id="rId5"/>
    <p:sldLayoutId id="2147484379" r:id="rId6"/>
    <p:sldLayoutId id="2147484380" r:id="rId7"/>
    <p:sldLayoutId id="2147484381" r:id="rId8"/>
    <p:sldLayoutId id="2147484382" r:id="rId9"/>
    <p:sldLayoutId id="2147484383" r:id="rId10"/>
    <p:sldLayoutId id="2147484384" r:id="rId11"/>
    <p:sldLayoutId id="2147484385" r:id="rId12"/>
    <p:sldLayoutId id="2147484386" r:id="rId13"/>
    <p:sldLayoutId id="2147484387" r:id="rId14"/>
    <p:sldLayoutId id="2147484388" r:id="rId15"/>
    <p:sldLayoutId id="2147484389" r:id="rId16"/>
    <p:sldLayoutId id="2147484390" r:id="rId17"/>
    <p:sldLayoutId id="2147484391" r:id="rId18"/>
    <p:sldLayoutId id="2147484392" r:id="rId19"/>
    <p:sldLayoutId id="2147484393" r:id="rId20"/>
    <p:sldLayoutId id="2147484394" r:id="rId21"/>
    <p:sldLayoutId id="2147484395" r:id="rId22"/>
    <p:sldLayoutId id="2147484396" r:id="rId23"/>
    <p:sldLayoutId id="2147484397" r:id="rId24"/>
    <p:sldLayoutId id="2147484398" r:id="rId25"/>
    <p:sldLayoutId id="2147484399" r:id="rId26"/>
    <p:sldLayoutId id="2147484400" r:id="rId27"/>
    <p:sldLayoutId id="2147484401" r:id="rId28"/>
    <p:sldLayoutId id="2147484402" r:id="rId29"/>
    <p:sldLayoutId id="2147484403" r:id="rId30"/>
    <p:sldLayoutId id="2147484404" r:id="rId31"/>
    <p:sldLayoutId id="2147484405" r:id="rId32"/>
    <p:sldLayoutId id="2147484406" r:id="rId33"/>
    <p:sldLayoutId id="2147484013" r:id="rId34"/>
    <p:sldLayoutId id="2147484409" r:id="rId35"/>
    <p:sldLayoutId id="2147484450" r:id="rId36"/>
    <p:sldLayoutId id="2147484451" r:id="rId37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9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99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2" r:id="rId1"/>
    <p:sldLayoutId id="2147484411" r:id="rId2"/>
    <p:sldLayoutId id="2147484063" r:id="rId3"/>
    <p:sldLayoutId id="2147484412" r:id="rId4"/>
    <p:sldLayoutId id="2147484413" r:id="rId5"/>
    <p:sldLayoutId id="2147484414" r:id="rId6"/>
    <p:sldLayoutId id="2147484415" r:id="rId7"/>
    <p:sldLayoutId id="2147484416" r:id="rId8"/>
    <p:sldLayoutId id="2147484417" r:id="rId9"/>
    <p:sldLayoutId id="2147484418" r:id="rId10"/>
    <p:sldLayoutId id="2147484419" r:id="rId11"/>
    <p:sldLayoutId id="2147484420" r:id="rId12"/>
    <p:sldLayoutId id="2147484421" r:id="rId13"/>
    <p:sldLayoutId id="2147484422" r:id="rId14"/>
    <p:sldLayoutId id="2147484423" r:id="rId15"/>
    <p:sldLayoutId id="2147484424" r:id="rId16"/>
    <p:sldLayoutId id="2147484425" r:id="rId17"/>
    <p:sldLayoutId id="2147484426" r:id="rId18"/>
    <p:sldLayoutId id="2147484427" r:id="rId19"/>
    <p:sldLayoutId id="2147484428" r:id="rId20"/>
    <p:sldLayoutId id="2147484429" r:id="rId21"/>
    <p:sldLayoutId id="2147484430" r:id="rId22"/>
    <p:sldLayoutId id="2147484431" r:id="rId23"/>
    <p:sldLayoutId id="2147484432" r:id="rId24"/>
    <p:sldLayoutId id="2147484433" r:id="rId25"/>
    <p:sldLayoutId id="2147484434" r:id="rId26"/>
    <p:sldLayoutId id="2147484435" r:id="rId27"/>
    <p:sldLayoutId id="2147484436" r:id="rId28"/>
    <p:sldLayoutId id="2147484437" r:id="rId29"/>
    <p:sldLayoutId id="2147484438" r:id="rId30"/>
    <p:sldLayoutId id="2147484087" r:id="rId31"/>
    <p:sldLayoutId id="2147484453" r:id="rId32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4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112" y="369218"/>
            <a:ext cx="10595713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AF93FCE7-DBB4-9F4D-BD6A-3D02A5FEEA2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4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6" r:id="rId8"/>
    <p:sldLayoutId id="2147484217" r:id="rId9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13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8BAB-31D7-48C5-AF25-05D529D92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7369686" cy="2431485"/>
          </a:xfrm>
        </p:spPr>
        <p:txBody>
          <a:bodyPr/>
          <a:lstStyle/>
          <a:p>
            <a:r>
              <a:rPr lang="en-GB" dirty="0"/>
              <a:t>Dockerfile</a:t>
            </a:r>
          </a:p>
        </p:txBody>
      </p:sp>
    </p:spTree>
    <p:extLst>
      <p:ext uri="{BB962C8B-B14F-4D97-AF65-F5344CB8AC3E}">
        <p14:creationId xmlns:p14="http://schemas.microsoft.com/office/powerpoint/2010/main" val="384321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298B9C-0185-40ED-B53A-FB3B0E848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200" dirty="0"/>
              <a:t>Dockerfile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5D989-3180-4E1E-A3A8-457A7A0FF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78474" y="551189"/>
            <a:ext cx="6770688" cy="4544686"/>
          </a:xfrm>
        </p:spPr>
        <p:txBody>
          <a:bodyPr anchor="ctr"/>
          <a:lstStyle/>
          <a:p>
            <a:pPr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GB" sz="2400" dirty="0"/>
              <a:t>We can create </a:t>
            </a:r>
            <a:r>
              <a:rPr lang="en-GB" sz="2400" b="1" dirty="0"/>
              <a:t>custom </a:t>
            </a:r>
            <a:r>
              <a:rPr lang="en-GB" sz="2400" dirty="0"/>
              <a:t>Containers using any template </a:t>
            </a:r>
            <a:r>
              <a:rPr lang="en-GB" sz="2400" b="1" dirty="0"/>
              <a:t>images </a:t>
            </a:r>
            <a:r>
              <a:rPr lang="en-GB" sz="2400" dirty="0"/>
              <a:t>and any other instructions with a </a:t>
            </a:r>
            <a:r>
              <a:rPr lang="en-GB" sz="2400" b="1" dirty="0"/>
              <a:t>Dockerfile</a:t>
            </a:r>
            <a:r>
              <a:rPr lang="en-GB" sz="2400" dirty="0"/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GB" sz="2400" dirty="0"/>
              <a:t>Is a type of file (no extension) that is read by Docker and contains specific instructions to build a container</a:t>
            </a:r>
            <a:endParaRPr lang="en-GB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85C47-3BA5-4FA2-B72E-325CE4C7B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41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707A-219C-A0CF-1CB4-E8614ED4E3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075" y="1169929"/>
            <a:ext cx="3385516" cy="5237751"/>
          </a:xfrm>
        </p:spPr>
        <p:txBody>
          <a:bodyPr/>
          <a:lstStyle/>
          <a:p>
            <a:r>
              <a:rPr lang="en-GB" b="1" dirty="0"/>
              <a:t>Dockerfile</a:t>
            </a:r>
            <a:r>
              <a:rPr lang="en-GB" dirty="0"/>
              <a:t> offer a large library of commands to configure your environment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Generally, a Dockerfile will have at least four commands in Key Value format. </a:t>
            </a:r>
          </a:p>
          <a:p>
            <a:endParaRPr lang="en-GB" dirty="0"/>
          </a:p>
          <a:p>
            <a:r>
              <a:rPr lang="en-GB" dirty="0"/>
              <a:t>The file MUST start with a </a:t>
            </a:r>
            <a:r>
              <a:rPr lang="en-GB" b="1" dirty="0"/>
              <a:t>FROM</a:t>
            </a:r>
            <a:r>
              <a:rPr lang="en-GB" dirty="0"/>
              <a:t> and generally the final process is </a:t>
            </a:r>
            <a:r>
              <a:rPr lang="en-GB" b="1" dirty="0"/>
              <a:t>ENTRYPOINT</a:t>
            </a:r>
            <a:r>
              <a:rPr lang="en-GB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27A07-0484-FEA8-098E-4394D05AC3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Dockerfile Intermediate Instructions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36063E9-2EE6-A1B3-656E-79C47EA04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69058"/>
              </p:ext>
            </p:extLst>
          </p:nvPr>
        </p:nvGraphicFramePr>
        <p:xfrm>
          <a:off x="3852102" y="1169929"/>
          <a:ext cx="81280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210072951"/>
                    </a:ext>
                  </a:extLst>
                </a:gridCol>
                <a:gridCol w="6045200">
                  <a:extLst>
                    <a:ext uri="{9D8B030D-6E8A-4147-A177-3AD203B41FA5}">
                      <a16:colId xmlns:a16="http://schemas.microsoft.com/office/drawing/2014/main" val="1012430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05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Base image, what to build image starting from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90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Execute a specific command on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2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Defines the main process OR default vars for ENTRYPOINT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453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ENTRYPOINT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Main process for the container to run on start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80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Metadata for the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1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EXPOSE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 ports the container listens on </a:t>
                      </a:r>
                      <a:br>
                        <a:rPr lang="en-GB" dirty="0"/>
                      </a:br>
                      <a:r>
                        <a:rPr lang="en-GB" dirty="0"/>
                        <a:t>(Only documents, doesn’t actually use this port)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339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Sets an Environment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5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Copies files into the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186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Copies files (can take in a URL)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64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WORKDIR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Sets the working directory for RUN, CMD, ENTRYPOINT, COPY, 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15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Defines variables for use in build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621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59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67372A-3347-63D8-5FCF-96B40147C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1D84F-782C-24D5-E53D-1ED40FAE03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53B1C-4956-A1B9-3256-21DE4956FC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b="1" dirty="0"/>
              <a:t>Please do the following  labs</a:t>
            </a:r>
          </a:p>
          <a:p>
            <a:endParaRPr lang="en-GB" sz="2000" b="1" dirty="0"/>
          </a:p>
          <a:p>
            <a:r>
              <a:rPr lang="en-GB" sz="2000" b="1" dirty="0"/>
              <a:t>2.1-Dockerizing a Node Using DockerFile.docx</a:t>
            </a:r>
          </a:p>
          <a:p>
            <a:endParaRPr lang="en-GB" sz="2000" b="1" dirty="0"/>
          </a:p>
          <a:p>
            <a:r>
              <a:rPr lang="en-GB" sz="2000" b="1" dirty="0"/>
              <a:t>And</a:t>
            </a:r>
          </a:p>
          <a:p>
            <a:endParaRPr lang="en-GB" sz="2000" b="1" dirty="0"/>
          </a:p>
          <a:p>
            <a:r>
              <a:rPr lang="sv-SE" sz="2000" b="1" dirty="0"/>
              <a:t>2.2-Docker MySQL Using DockerFiles.docx</a:t>
            </a:r>
            <a:endParaRPr lang="en-GB" sz="2000" b="1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67005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_Primary_Colors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Master_Red_and_Purpl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3.xml><?xml version="1.0" encoding="utf-8"?>
<a:theme xmlns:a="http://schemas.openxmlformats.org/drawingml/2006/main" name="Master_Yellow_and_Orang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4.xml><?xml version="1.0" encoding="utf-8"?>
<a:theme xmlns:a="http://schemas.openxmlformats.org/drawingml/2006/main" name="Master_Blu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5.xml><?xml version="1.0" encoding="utf-8"?>
<a:theme xmlns:a="http://schemas.openxmlformats.org/drawingml/2006/main" name="Master_Neutral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ECE2E70AB8B46B2C449C81E540480" ma:contentTypeVersion="16" ma:contentTypeDescription="Create a new document." ma:contentTypeScope="" ma:versionID="1df647ff451cce96fec958af0153ffba">
  <xsd:schema xmlns:xsd="http://www.w3.org/2001/XMLSchema" xmlns:xs="http://www.w3.org/2001/XMLSchema" xmlns:p="http://schemas.microsoft.com/office/2006/metadata/properties" xmlns:ns2="04dd4f8b-4e55-4b0f-90ae-c416a13e2e63" xmlns:ns3="51b58b7f-359e-418a-8fc0-c5d77d026bdc" targetNamespace="http://schemas.microsoft.com/office/2006/metadata/properties" ma:root="true" ma:fieldsID="5089fbabc7396ddc8a0ca74cb50b0683" ns2:_="" ns3:_="">
    <xsd:import namespace="04dd4f8b-4e55-4b0f-90ae-c416a13e2e63"/>
    <xsd:import namespace="51b58b7f-359e-418a-8fc0-c5d77d026b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dd4f8b-4e55-4b0f-90ae-c416a13e2e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b58b7f-359e-418a-8fc0-c5d77d026bd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d02b767-6ee7-4f18-ac1f-362d437aa0cf}" ma:internalName="TaxCatchAll" ma:showField="CatchAllData" ma:web="51b58b7f-359e-418a-8fc0-c5d77d026b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dd4f8b-4e55-4b0f-90ae-c416a13e2e63">
      <Terms xmlns="http://schemas.microsoft.com/office/infopath/2007/PartnerControls"/>
    </lcf76f155ced4ddcb4097134ff3c332f>
    <TaxCatchAll xmlns="51b58b7f-359e-418a-8fc0-c5d77d026bdc" xsi:nil="true"/>
  </documentManagement>
</p:properties>
</file>

<file path=customXml/itemProps1.xml><?xml version="1.0" encoding="utf-8"?>
<ds:datastoreItem xmlns:ds="http://schemas.openxmlformats.org/officeDocument/2006/customXml" ds:itemID="{06D42DE0-B197-4E79-9969-FB750B2AC8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dd4f8b-4e55-4b0f-90ae-c416a13e2e63"/>
    <ds:schemaRef ds:uri="51b58b7f-359e-418a-8fc0-c5d77d026b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466F22-B209-49D5-9C6F-CD2632AF8C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4FD4C0-AF61-4457-ADCF-4CFE3F92DA4C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448C177D-8930-4CE7-B892-EC306B91C362"/>
    <ds:schemaRef ds:uri="http://www.w3.org/XML/1998/namespace"/>
    <ds:schemaRef ds:uri="04dd4f8b-4e55-4b0f-90ae-c416a13e2e63"/>
    <ds:schemaRef ds:uri="51b58b7f-359e-418a-8fc0-c5d77d026bd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Montserrat</vt:lpstr>
      <vt:lpstr>Montserrat Black</vt:lpstr>
      <vt:lpstr>Master_Primary_Colors</vt:lpstr>
      <vt:lpstr>Master_Red_and_Purple</vt:lpstr>
      <vt:lpstr>Master_Yellow_and_Orange</vt:lpstr>
      <vt:lpstr>Master_Blue</vt:lpstr>
      <vt:lpstr>Master_Neutral</vt:lpstr>
      <vt:lpstr>Dockerfile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jobs</dc:title>
  <dc:creator>Waller, Michelle</dc:creator>
  <cp:lastModifiedBy>mike baradaran</cp:lastModifiedBy>
  <cp:revision>78</cp:revision>
  <dcterms:created xsi:type="dcterms:W3CDTF">2020-09-24T08:38:39Z</dcterms:created>
  <dcterms:modified xsi:type="dcterms:W3CDTF">2024-09-09T17:56:38Z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0x010100488ECE2E70AB8B46B2C449C81E540480</vt:lpwstr>
  </property>
  <property fmtid="{D5CDD505-2E9C-101B-9397-08002B2CF9AE}" pid="3" name="BookType">
    <vt:lpwstr>4</vt:lpwstr>
  </property>
</Properties>
</file>