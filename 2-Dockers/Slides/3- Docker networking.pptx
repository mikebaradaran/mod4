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2.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theme/theme3.xml" ContentType="application/vnd.openxmlformats-officedocument.theme+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theme/theme4.xml" ContentType="application/vnd.openxmlformats-officedocument.theme+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877" r:id="rId5"/>
    <p:sldMasterId id="2147483964" r:id="rId6"/>
    <p:sldMasterId id="2147484051" r:id="rId7"/>
    <p:sldMasterId id="2147484138" r:id="rId8"/>
  </p:sldMasterIdLst>
  <p:notesMasterIdLst>
    <p:notesMasterId r:id="rId15"/>
  </p:notesMasterIdLst>
  <p:handoutMasterIdLst>
    <p:handoutMasterId r:id="rId16"/>
  </p:handoutMasterIdLst>
  <p:sldIdLst>
    <p:sldId id="320" r:id="rId9"/>
    <p:sldId id="321" r:id="rId10"/>
    <p:sldId id="322" r:id="rId11"/>
    <p:sldId id="324" r:id="rId12"/>
    <p:sldId id="323" r:id="rId13"/>
    <p:sldId id="325" r:id="rId14"/>
  </p:sldIdLst>
  <p:sldSz cx="12192000" cy="6858000"/>
  <p:notesSz cx="6645275" cy="9775825"/>
  <p:custDataLst>
    <p:tags r:id="rId17"/>
  </p:custDataLst>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11"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 id="3" name="Grant" initials="G" lastIdx="1" clrIdx="2">
    <p:extLst>
      <p:ext uri="{19B8F6BF-5375-455C-9EA6-DF929625EA0E}">
        <p15:presenceInfo xmlns:p15="http://schemas.microsoft.com/office/powerpoint/2012/main" userId="Grant" providerId="None"/>
      </p:ext>
    </p:extLst>
  </p:cmAuthor>
  <p:cmAuthor id="4" name="Foppa, Pedro" initials="FP" lastIdx="1" clrIdx="3">
    <p:extLst>
      <p:ext uri="{19B8F6BF-5375-455C-9EA6-DF929625EA0E}">
        <p15:presenceInfo xmlns:p15="http://schemas.microsoft.com/office/powerpoint/2012/main" userId="S::pfoppa@qa.com::78b15ebb-14ab-45f0-97b3-f50a9b67ce6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050"/>
    <a:srgbClr val="00CEF9"/>
    <a:srgbClr val="03EAB3"/>
    <a:srgbClr val="00D2FE"/>
    <a:srgbClr val="28CEF6"/>
    <a:srgbClr val="FFD217"/>
    <a:srgbClr val="FF6124"/>
    <a:srgbClr val="EECF40"/>
    <a:srgbClr val="A5FFFF"/>
    <a:srgbClr val="00EDB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20" autoAdjust="0"/>
    <p:restoredTop sz="65499" autoAdjust="0"/>
  </p:normalViewPr>
  <p:slideViewPr>
    <p:cSldViewPr snapToGrid="0" snapToObjects="1">
      <p:cViewPr varScale="1">
        <p:scale>
          <a:sx n="72" d="100"/>
          <a:sy n="72" d="100"/>
        </p:scale>
        <p:origin x="774" y="78"/>
      </p:cViewPr>
      <p:guideLst>
        <p:guide pos="3840"/>
        <p:guide orient="horz" pos="3771"/>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79" d="100"/>
          <a:sy n="79" d="100"/>
        </p:scale>
        <p:origin x="3354"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2.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t>12/09/2024</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12/09/2024</a:t>
            </a:fld>
            <a:endParaRPr lang="en-GB" dirty="0"/>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dirty="0"/>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dirty="0"/>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377" rtl="0" eaLnBrk="1" latinLnBrk="0" hangingPunct="1">
      <a:defRPr sz="1200" kern="1200">
        <a:solidFill>
          <a:schemeClr val="tx1"/>
        </a:solidFill>
        <a:latin typeface="Montserrat" panose="00000500000000000000" pitchFamily="2" charset="0"/>
        <a:ea typeface="+mn-ea"/>
        <a:cs typeface="+mn-cs"/>
      </a:defRPr>
    </a:lvl1pPr>
    <a:lvl2pPr marL="457189" algn="l" defTabSz="914377" rtl="0" eaLnBrk="1" latinLnBrk="0" hangingPunct="1">
      <a:defRPr sz="1200" kern="1200">
        <a:solidFill>
          <a:schemeClr val="tx1"/>
        </a:solidFill>
        <a:latin typeface="Montserrat" panose="00000500000000000000" pitchFamily="2" charset="0"/>
        <a:ea typeface="+mn-ea"/>
        <a:cs typeface="+mn-cs"/>
      </a:defRPr>
    </a:lvl2pPr>
    <a:lvl3pPr marL="914377" algn="l" defTabSz="914377" rtl="0" eaLnBrk="1" latinLnBrk="0" hangingPunct="1">
      <a:defRPr sz="1200" kern="1200">
        <a:solidFill>
          <a:schemeClr val="tx1"/>
        </a:solidFill>
        <a:latin typeface="Montserrat" panose="00000500000000000000" pitchFamily="2" charset="0"/>
        <a:ea typeface="+mn-ea"/>
        <a:cs typeface="+mn-cs"/>
      </a:defRPr>
    </a:lvl3pPr>
    <a:lvl4pPr marL="1371566" algn="l" defTabSz="914377" rtl="0" eaLnBrk="1" latinLnBrk="0" hangingPunct="1">
      <a:defRPr sz="1200" kern="1200">
        <a:solidFill>
          <a:schemeClr val="tx1"/>
        </a:solidFill>
        <a:latin typeface="Montserrat" panose="00000500000000000000" pitchFamily="2" charset="0"/>
        <a:ea typeface="+mn-ea"/>
        <a:cs typeface="+mn-cs"/>
      </a:defRPr>
    </a:lvl4pPr>
    <a:lvl5pPr marL="1828754" algn="l" defTabSz="914377" rtl="0" eaLnBrk="1" latinLnBrk="0" hangingPunct="1">
      <a:defRPr sz="1200" kern="1200">
        <a:solidFill>
          <a:schemeClr val="tx1"/>
        </a:solidFill>
        <a:latin typeface="Montserrat" panose="00000500000000000000" pitchFamily="2" charset="0"/>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GB" b="1" i="0" dirty="0">
                <a:solidFill>
                  <a:srgbClr val="111111"/>
                </a:solidFill>
                <a:effectLst/>
                <a:latin typeface="-apple-system"/>
              </a:rPr>
              <a:t>No Network Isolation</a:t>
            </a:r>
            <a:r>
              <a:rPr lang="en-GB" b="0" i="0" dirty="0">
                <a:solidFill>
                  <a:srgbClr val="111111"/>
                </a:solidFill>
                <a:effectLst/>
                <a:latin typeface="-apple-system"/>
              </a:rPr>
              <a:t>: The container shares the host’s network stack. The app inside the container appears to be running directly on the host machine. Therefore, the app can be accessed using the host’s IP address simplifying access and management of such networks. </a:t>
            </a:r>
            <a:r>
              <a:rPr lang="en-GB" b="0" i="0">
                <a:solidFill>
                  <a:srgbClr val="111111"/>
                </a:solidFill>
                <a:effectLst/>
                <a:latin typeface="-apple-system"/>
              </a:rPr>
              <a:t>Watchout </a:t>
            </a:r>
            <a:r>
              <a:rPr lang="en-GB" b="0" i="0" dirty="0">
                <a:solidFill>
                  <a:srgbClr val="111111"/>
                </a:solidFill>
                <a:effectLst/>
                <a:latin typeface="-apple-system"/>
              </a:rPr>
              <a:t>for security and port clashes!</a:t>
            </a:r>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dirty="0"/>
          </a:p>
        </p:txBody>
      </p:sp>
    </p:spTree>
    <p:extLst>
      <p:ext uri="{BB962C8B-B14F-4D97-AF65-F5344CB8AC3E}">
        <p14:creationId xmlns:p14="http://schemas.microsoft.com/office/powerpoint/2010/main" val="269024535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12.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6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9.png"/><Relationship Id="rId1" Type="http://schemas.openxmlformats.org/officeDocument/2006/relationships/slideMaster" Target="../slideMasters/slideMaster3.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0.png"/><Relationship Id="rId1" Type="http://schemas.openxmlformats.org/officeDocument/2006/relationships/slideMaster" Target="../slideMasters/slideMaster3.xml"/><Relationship Id="rId4" Type="http://schemas.openxmlformats.org/officeDocument/2006/relationships/image" Target="../media/image6.sv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20.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 Id="rId5" Type="http://schemas.microsoft.com/office/2007/relationships/hdphoto" Target="../media/hdphoto3.wdp"/><Relationship Id="rId4" Type="http://schemas.openxmlformats.org/officeDocument/2006/relationships/image" Target="../media/image19.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9.png"/><Relationship Id="rId1" Type="http://schemas.openxmlformats.org/officeDocument/2006/relationships/slideMaster" Target="../slideMasters/slideMaster3.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0.png"/><Relationship Id="rId1" Type="http://schemas.openxmlformats.org/officeDocument/2006/relationships/slideMaster" Target="../slideMasters/slideMaster3.xml"/><Relationship Id="rId4" Type="http://schemas.openxmlformats.org/officeDocument/2006/relationships/image" Target="../media/image6.svg"/></Relationships>
</file>

<file path=ppt/slideLayouts/_rels/slideLayout104.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1.png"/><Relationship Id="rId1" Type="http://schemas.openxmlformats.org/officeDocument/2006/relationships/slideMaster" Target="../slideMasters/slideMaster4.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 Id="rId5" Type="http://schemas.microsoft.com/office/2007/relationships/hdphoto" Target="../media/hdphoto2.wdp"/><Relationship Id="rId4" Type="http://schemas.openxmlformats.org/officeDocument/2006/relationships/image" Target="../media/image8.png"/></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1.png"/><Relationship Id="rId1" Type="http://schemas.openxmlformats.org/officeDocument/2006/relationships/slideMaster" Target="../slideMasters/slideMaster4.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Activity 01">
    <p:bg>
      <p:bgPr>
        <a:solidFill>
          <a:srgbClr val="0FEEB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userDrawn="1"/>
        </p:nvSpPr>
        <p:spPr>
          <a:xfrm>
            <a:off x="1284756" y="377825"/>
            <a:ext cx="5336177"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dirty="0"/>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457" userDrawn="1">
          <p15:clr>
            <a:srgbClr val="FBAE40"/>
          </p15:clr>
        </p15:guide>
        <p15:guide id="3" orient="horz" pos="3635"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Teal">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13640323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dirty="0"/>
              <a:t>Housekeeping</a:t>
            </a:r>
            <a:endParaRPr lang="en-GB" noProof="0" dirty="0"/>
          </a:p>
        </p:txBody>
      </p:sp>
      <p:pic>
        <p:nvPicPr>
          <p:cNvPr id="6"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8" name="Text Placeholder 6">
            <a:extLst>
              <a:ext uri="{FF2B5EF4-FFF2-40B4-BE49-F238E27FC236}">
                <a16:creationId xmlns:a16="http://schemas.microsoft.com/office/drawing/2014/main" id="{EC1B3813-DD9D-954E-BE79-A994AB3AFD51}"/>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Meet &amp; Greet">
    <p:bg>
      <p:bgPr>
        <a:solidFill>
          <a:schemeClr val="tx2"/>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757463"/>
            <a:ext cx="4679121" cy="709613"/>
          </a:xfrm>
        </p:spPr>
        <p:txBody>
          <a:bodyPr/>
          <a:lstStyle>
            <a:lvl1pPr>
              <a:lnSpc>
                <a:spcPct val="100000"/>
              </a:lnSpc>
              <a:defRPr b="1" baseline="0"/>
            </a:lvl1pPr>
          </a:lstStyle>
          <a:p>
            <a:pPr lvl="0"/>
            <a:r>
              <a:rPr lang="en-US"/>
              <a:t>Click to edit instructions</a:t>
            </a:r>
          </a:p>
        </p:txBody>
      </p:sp>
      <p:pic>
        <p:nvPicPr>
          <p:cNvPr id="7" name="Picture 6">
            <a:extLst>
              <a:ext uri="{FF2B5EF4-FFF2-40B4-BE49-F238E27FC236}">
                <a16:creationId xmlns:a16="http://schemas.microsoft.com/office/drawing/2014/main" id="{4E33C862-6C7D-4099-B29A-B18CFC640A13}"/>
              </a:ext>
            </a:extLst>
          </p:cNvPr>
          <p:cNvPicPr>
            <a:picLocks noChangeAspect="1"/>
          </p:cNvPicPr>
          <p:nvPr userDrawn="1"/>
        </p:nvPicPr>
        <p:blipFill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169334983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Divider_01">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3" y="2366579"/>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rgbClr val="004050"/>
                </a:solidFill>
              </a:defRPr>
            </a:lvl1pPr>
          </a:lstStyle>
          <a:p>
            <a:r>
              <a:rPr lang="en-US" noProof="0" dirty="0"/>
              <a:t>CLICK TO EDIT TITLE</a:t>
            </a:r>
            <a:endParaRPr lang="en-GB" noProof="0" dirty="0"/>
          </a:p>
        </p:txBody>
      </p:sp>
      <p:sp>
        <p:nvSpPr>
          <p:cNvPr id="2" name="Rectangle 1"/>
          <p:cNvSpPr/>
          <p:nvPr userDrawn="1"/>
        </p:nvSpPr>
        <p:spPr>
          <a:xfrm>
            <a:off x="0" y="3843795"/>
            <a:ext cx="8229600"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userDrawn="1"/>
        </p:nvSpPr>
        <p:spPr>
          <a:xfrm>
            <a:off x="-10131" y="4967139"/>
            <a:ext cx="8239732"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474306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Divider_02">
    <p:bg>
      <p:bgPr>
        <a:solidFill>
          <a:schemeClr val="accent2"/>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userDrawn="1"/>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632988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Divider_03">
    <p:bg>
      <p:bgPr>
        <a:solidFill>
          <a:schemeClr val="accent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rgbClr val="004050"/>
                </a:solidFill>
              </a:defRPr>
            </a:lvl1pPr>
          </a:lstStyle>
          <a:p>
            <a:r>
              <a:rPr lang="en-US" noProof="0" dirty="0"/>
              <a:t>CLICK TO EDIT TITLE</a:t>
            </a:r>
            <a:endParaRPr lang="en-GB" noProof="0" dirty="0"/>
          </a:p>
        </p:txBody>
      </p:sp>
      <p:grpSp>
        <p:nvGrpSpPr>
          <p:cNvPr id="19" name="Group 18">
            <a:extLst>
              <a:ext uri="{FF2B5EF4-FFF2-40B4-BE49-F238E27FC236}">
                <a16:creationId xmlns:a16="http://schemas.microsoft.com/office/drawing/2014/main" id="{0620F3F7-97AF-B146-9607-EBE029AF2969}"/>
              </a:ext>
            </a:extLst>
          </p:cNvPr>
          <p:cNvGrpSpPr/>
          <p:nvPr userDrawn="1"/>
        </p:nvGrpSpPr>
        <p:grpSpPr>
          <a:xfrm>
            <a:off x="-15598" y="2769835"/>
            <a:ext cx="9506731" cy="4129712"/>
            <a:chOff x="1797250" y="3059102"/>
            <a:chExt cx="1632958" cy="495300"/>
          </a:xfrm>
          <a:solidFill>
            <a:srgbClr val="004050"/>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userDrawn="1"/>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userDrawn="1"/>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userDrawn="1"/>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640942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Divider_04">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userDrawn="1"/>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2" name="Rectangle 1"/>
          <p:cNvSpPr/>
          <p:nvPr userDrawn="1"/>
        </p:nvSpPr>
        <p:spPr>
          <a:xfrm>
            <a:off x="2" y="1562471"/>
            <a:ext cx="8120063" cy="5796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744572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Divider_05">
    <p:bg>
      <p:bgPr>
        <a:solidFill>
          <a:schemeClr val="accent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userDrawn="1"/>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591325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Divider_06">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rgbClr val="004050"/>
                </a:solidFill>
              </a:defRPr>
            </a:lvl1pPr>
          </a:lstStyle>
          <a:p>
            <a:r>
              <a:rPr lang="en-US" noProof="0" dirty="0"/>
              <a:t>CLICK TO EDIT TITLE</a:t>
            </a:r>
            <a:endParaRPr lang="en-GB" noProof="0" dirty="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userDrawn="1"/>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Tree>
    <p:extLst>
      <p:ext uri="{BB962C8B-B14F-4D97-AF65-F5344CB8AC3E}">
        <p14:creationId xmlns:p14="http://schemas.microsoft.com/office/powerpoint/2010/main" val="749363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1" name="Rectangle 10"/>
          <p:cNvSpPr/>
          <p:nvPr userDrawn="1"/>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203859263"/>
      </p:ext>
    </p:extLst>
  </p:cSld>
  <p:clrMapOvr>
    <a:masterClrMapping/>
  </p:clrMapOvr>
  <p:extLst>
    <p:ext uri="{DCECCB84-F9BA-43D5-87BE-67443E8EF086}">
      <p15:sldGuideLst xmlns:p15="http://schemas.microsoft.com/office/powerpoint/2012/main">
        <p15:guide id="1" orient="horz" pos="845"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Rectangle 11"/>
          <p:cNvSpPr/>
          <p:nvPr userDrawn="1"/>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14873442"/>
      </p:ext>
    </p:extLst>
  </p:cSld>
  <p:clrMapOvr>
    <a:masterClrMapping/>
  </p:clrMapOvr>
  <p:extLst>
    <p:ext uri="{DCECCB84-F9BA-43D5-87BE-67443E8EF086}">
      <p15:sldGuideLst xmlns:p15="http://schemas.microsoft.com/office/powerpoint/2012/main">
        <p15:guide id="1" orient="horz" pos="845"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83055882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317007425"/>
      </p:ext>
    </p:extLst>
  </p:cSld>
  <p:clrMapOvr>
    <a:masterClrMapping/>
  </p:clrMapOvr>
  <p:extLst>
    <p:ext uri="{DCECCB84-F9BA-43D5-87BE-67443E8EF086}">
      <p15:sldGuideLst xmlns:p15="http://schemas.microsoft.com/office/powerpoint/2012/main">
        <p15:guide id="1" orient="horz" pos="845"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38251CB8-D58E-2E40-9211-8E4FCA38D552}"/>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7" name="Graphic 31">
            <a:extLst>
              <a:ext uri="{FF2B5EF4-FFF2-40B4-BE49-F238E27FC236}">
                <a16:creationId xmlns:a16="http://schemas.microsoft.com/office/drawing/2014/main" id="{E51E3436-B16C-5F48-AA8A-C3F6719B5E1D}"/>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2"/>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1666810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223B611D-7B8F-B64E-B297-6F15D8AC0FB4}"/>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3" name="Graphic 31">
            <a:extLst>
              <a:ext uri="{FF2B5EF4-FFF2-40B4-BE49-F238E27FC236}">
                <a16:creationId xmlns:a16="http://schemas.microsoft.com/office/drawing/2014/main" id="{59F936A6-C45C-DE4D-B127-38C5B78DBD54}"/>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73606277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954979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4968240"/>
            <a:ext cx="738525" cy="3309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08CE8C71-4A26-D849-813C-580602CCBDA2}"/>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88892509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122CC552-B995-3D44-97DB-048FA9D7391C}"/>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32269954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C6C80C38-3722-474E-8B11-A2D0DDDA4086}"/>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58932642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DF12CDA4-6DB7-9B47-B8BD-BC72661022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38626902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userDrawn="1"/>
        </p:nvGrpSpPr>
        <p:grpSpPr>
          <a:xfrm>
            <a:off x="-754639" y="4113557"/>
            <a:ext cx="5797612" cy="2365031"/>
            <a:chOff x="-2229" y="2361812"/>
            <a:chExt cx="11067619" cy="4514835"/>
          </a:xfrm>
          <a:solidFill>
            <a:schemeClr val="accent2"/>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C688DDD5-996C-5A49-B7AA-2FBE46226519}"/>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9952731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67306422-B398-BC4C-8476-3EB6DBC1663E}"/>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16801384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91361752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1107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A5440E06-BD51-134C-8922-1FED8CE30B1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7253900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7D437921-F8BF-FB43-B188-28C7B472CCE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87918574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1107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2"/>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8D950501-8A96-F740-8901-23C73CDCDD2D}"/>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66872432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6024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5ABD8F74-8FD6-554A-BB95-259D126DE6E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37358722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37336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2"/>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093A48C6-BAF4-C24C-927C-1277EFA8D063}"/>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60777521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userDrawn="1"/>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408EE555-3A54-004C-A759-75B8B80EEC63}"/>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229022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 Teal">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6" name="Title 1">
            <a:extLst>
              <a:ext uri="{FF2B5EF4-FFF2-40B4-BE49-F238E27FC236}">
                <a16:creationId xmlns:a16="http://schemas.microsoft.com/office/drawing/2014/main" id="{4E7C86B2-491D-4175-B781-C85C7A96028A}"/>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414383036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Pur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9746"/>
            <a:ext cx="6604609" cy="685800"/>
          </a:xfrm>
        </p:spPr>
        <p:txBody>
          <a:bodyPr/>
          <a:lstStyle>
            <a:lvl1pPr>
              <a:defRPr baseline="0"/>
            </a:lvl1pPr>
          </a:lstStyle>
          <a:p>
            <a:pPr lvl="0"/>
            <a:r>
              <a:rPr lang="en-US" dirty="0"/>
              <a:t>Subtitle here</a:t>
            </a:r>
          </a:p>
        </p:txBody>
      </p:sp>
      <p:pic>
        <p:nvPicPr>
          <p:cNvPr id="7" name="Picture 6"/>
          <p:cNvPicPr>
            <a:picLocks noChangeAspect="1"/>
          </p:cNvPicPr>
          <p:nvPr userDrawn="1"/>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Tree>
    <p:extLst>
      <p:ext uri="{BB962C8B-B14F-4D97-AF65-F5344CB8AC3E}">
        <p14:creationId xmlns:p14="http://schemas.microsoft.com/office/powerpoint/2010/main" val="357793566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Red">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80717529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accent3"/>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4"/>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0948F714-4D77-CD42-BD58-84592393B6D2}"/>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306940702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_Meet &amp; Greet">
    <p:bg>
      <p:bgPr>
        <a:solidFill>
          <a:schemeClr val="accent4"/>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757463"/>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CDCD9ABD-8C57-4882-866C-BC056D757780}"/>
              </a:ext>
            </a:extLst>
          </p:cNvPr>
          <p:cNvPicPr>
            <a:picLocks noChangeAspect="1"/>
          </p:cNvPicPr>
          <p:nvPr userDrawn="1"/>
        </p:nvPicPr>
        <p:blipFill rotWithShape="1">
          <a:blip r:embed="rId4">
            <a:duotone>
              <a:schemeClr val="accent3">
                <a:shade val="45000"/>
                <a:satMod val="135000"/>
              </a:schemeClr>
              <a:prstClr val="white"/>
            </a:duotone>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325368981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Section Divider_01">
    <p:bg>
      <p:bgPr>
        <a:solidFill>
          <a:schemeClr val="accent4"/>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3" y="2366579"/>
            <a:ext cx="7767721" cy="4491421"/>
            <a:chOff x="7799133" y="1870745"/>
            <a:chExt cx="1010349" cy="584292"/>
          </a:xfrm>
          <a:solidFill>
            <a:schemeClr val="accent3"/>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accent3"/>
                </a:solidFill>
              </a:defRPr>
            </a:lvl1pPr>
          </a:lstStyle>
          <a:p>
            <a:r>
              <a:rPr lang="en-US" noProof="0"/>
              <a:t>CLICK TO EDIT TITLE</a:t>
            </a:r>
            <a:endParaRPr lang="en-GB" noProof="0"/>
          </a:p>
        </p:txBody>
      </p:sp>
      <p:sp>
        <p:nvSpPr>
          <p:cNvPr id="2" name="Rectangle 1"/>
          <p:cNvSpPr/>
          <p:nvPr userDrawn="1"/>
        </p:nvSpPr>
        <p:spPr>
          <a:xfrm>
            <a:off x="0" y="3843795"/>
            <a:ext cx="8229600" cy="4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userDrawn="1"/>
        </p:nvSpPr>
        <p:spPr>
          <a:xfrm>
            <a:off x="-10131" y="4967139"/>
            <a:ext cx="8239732" cy="4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1658309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Section Divider_02">
    <p:bg>
      <p:bgPr>
        <a:solidFill>
          <a:schemeClr val="accent4"/>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userDrawn="1"/>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41780089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Section Divider_03">
    <p:bg>
      <p:bgPr>
        <a:solidFill>
          <a:schemeClr val="accent4"/>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userDrawn="1"/>
        </p:nvGrpSpPr>
        <p:grpSpPr>
          <a:xfrm>
            <a:off x="-15598" y="2769835"/>
            <a:ext cx="9506731" cy="4129712"/>
            <a:chOff x="1797250" y="3059102"/>
            <a:chExt cx="1632958" cy="495300"/>
          </a:xfrm>
          <a:solidFill>
            <a:schemeClr val="accent3"/>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userDrawn="1"/>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userDrawn="1"/>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userDrawn="1"/>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93808245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Section Divider_04">
    <p:bg>
      <p:bgPr>
        <a:solidFill>
          <a:schemeClr val="accent4"/>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userDrawn="1"/>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2" name="Rectangle 1"/>
          <p:cNvSpPr/>
          <p:nvPr userDrawn="1"/>
        </p:nvSpPr>
        <p:spPr>
          <a:xfrm>
            <a:off x="2" y="1562471"/>
            <a:ext cx="8120063" cy="579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84489429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Section Divider_05">
    <p:bg>
      <p:bgPr>
        <a:solidFill>
          <a:schemeClr val="accent4"/>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userDrawn="1"/>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82696954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Section Divider_06">
    <p:bg>
      <p:bgPr>
        <a:solidFill>
          <a:schemeClr val="accent4"/>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userDrawn="1"/>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3"/>
          </a:solidFill>
        </p:spPr>
        <p:txBody>
          <a:bodyPr wrap="square" lIns="0" tIns="0" rIns="0" bIns="0" rtlCol="0"/>
          <a:lstStyle/>
          <a:p>
            <a:endParaRPr sz="1029"/>
          </a:p>
        </p:txBody>
      </p:sp>
    </p:spTree>
    <p:extLst>
      <p:ext uri="{BB962C8B-B14F-4D97-AF65-F5344CB8AC3E}">
        <p14:creationId xmlns:p14="http://schemas.microsoft.com/office/powerpoint/2010/main" val="79220496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60284376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0835664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19582645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67715932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99757152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4"/>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4078032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76511462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4"/>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9216210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4"/>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4968240"/>
            <a:ext cx="738525" cy="33092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09930038-7324-754A-9850-A216F52D7ED9}"/>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38441797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4"/>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CDF1ACB8-AF73-DE42-B25D-407198650B9A}"/>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63529278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3"/>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E45BD70D-705E-6C48-85F0-2B8B8D29C24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5603946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3"/>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61090407-4F3B-F847-A7AB-C8C0EFB28AF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27230260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userDrawn="1"/>
        </p:nvGrpSpPr>
        <p:grpSpPr>
          <a:xfrm>
            <a:off x="-754639" y="4113557"/>
            <a:ext cx="5797612" cy="2365031"/>
            <a:chOff x="-2229" y="2361812"/>
            <a:chExt cx="11067619" cy="4514835"/>
          </a:xfrm>
          <a:solidFill>
            <a:schemeClr val="accent3"/>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E49C0454-8721-7947-A56E-58D569350C28}"/>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06052390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E98B0132-AE9F-DA4C-9229-D8371E10A716}"/>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22191480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41078062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3935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A46C840F-99B2-8C4C-A37D-F1F388F0C20C}"/>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414862383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88241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739C13B6-7320-8544-8C3F-972BE573F629}"/>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6704652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91069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032C547-F94C-1241-9D31-1F73ADBB2494}"/>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74534645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10865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698D41BD-7B3B-1742-B394-CDE3B9E03C58}"/>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58412133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4"/>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E2A682AD-D487-474A-ACC8-8097477C312F}"/>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96864959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userDrawn="1"/>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37A21872-726D-FD41-8C44-AEDB5C04354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6889575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Activity 02">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4" name="Text Placeholder 3"/>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userDrawn="1"/>
        </p:nvSpPr>
        <p:spPr>
          <a:xfrm>
            <a:off x="1284514" y="377546"/>
            <a:ext cx="5336420" cy="6147015"/>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469053440"/>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 Purple">
    <p:spTree>
      <p:nvGrpSpPr>
        <p:cNvPr id="1" name=""/>
        <p:cNvGrpSpPr/>
        <p:nvPr/>
      </p:nvGrpSpPr>
      <p:grpSpPr>
        <a:xfrm>
          <a:off x="0" y="0"/>
          <a:ext cx="0" cy="0"/>
          <a:chOff x="0" y="0"/>
          <a:chExt cx="0" cy="0"/>
        </a:xfrm>
      </p:grpSpPr>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pic>
        <p:nvPicPr>
          <p:cNvPr id="7" name="Picture 6"/>
          <p:cNvPicPr>
            <a:picLocks noChangeAspect="1"/>
          </p:cNvPicPr>
          <p:nvPr userDrawn="1"/>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
        <p:nvSpPr>
          <p:cNvPr id="6" name="Title 1">
            <a:extLst>
              <a:ext uri="{FF2B5EF4-FFF2-40B4-BE49-F238E27FC236}">
                <a16:creationId xmlns:a16="http://schemas.microsoft.com/office/drawing/2014/main" id="{E0184910-58FA-4EFA-A539-4B89BFCDC982}"/>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
        <p:nvSpPr>
          <p:cNvPr id="8" name="Text Placeholder 3">
            <a:extLst>
              <a:ext uri="{FF2B5EF4-FFF2-40B4-BE49-F238E27FC236}">
                <a16:creationId xmlns:a16="http://schemas.microsoft.com/office/drawing/2014/main" id="{E6FB43B3-B490-477F-9165-5EA7092C4040}"/>
              </a:ext>
            </a:extLst>
          </p:cNvPr>
          <p:cNvSpPr>
            <a:spLocks noGrp="1"/>
          </p:cNvSpPr>
          <p:nvPr>
            <p:ph type="body" sz="quarter" idx="10" hasCustomPrompt="1"/>
          </p:nvPr>
        </p:nvSpPr>
        <p:spPr>
          <a:xfrm>
            <a:off x="376237" y="5768975"/>
            <a:ext cx="6604609" cy="695117"/>
          </a:xfrm>
        </p:spPr>
        <p:txBody>
          <a:bodyPr/>
          <a:lstStyle>
            <a:lvl1pPr marL="0" marR="0" indent="0" algn="l" defTabSz="914377" rtl="0" eaLnBrk="1" fontAlgn="auto" latinLnBrk="0" hangingPunct="1">
              <a:lnSpc>
                <a:spcPct val="100000"/>
              </a:lnSpc>
              <a:spcBef>
                <a:spcPts val="0"/>
              </a:spcBef>
              <a:spcAft>
                <a:spcPts val="651"/>
              </a:spcAft>
              <a:buClrTx/>
              <a:buSzPct val="115000"/>
              <a:buFontTx/>
              <a:buNone/>
              <a:tabLst/>
              <a:defRPr baseline="0"/>
            </a:lvl1pPr>
          </a:lstStyle>
          <a:p>
            <a:pPr marL="0" marR="0" lvl="0" indent="0" algn="l" defTabSz="914377" rtl="0" eaLnBrk="1" fontAlgn="auto" latinLnBrk="0" hangingPunct="1">
              <a:lnSpc>
                <a:spcPct val="100000"/>
              </a:lnSpc>
              <a:spcBef>
                <a:spcPts val="0"/>
              </a:spcBef>
              <a:spcAft>
                <a:spcPts val="651"/>
              </a:spcAft>
              <a:buClrTx/>
              <a:buSzPct val="115000"/>
              <a:buFontTx/>
              <a:buNone/>
              <a:tabLst/>
              <a:defRPr/>
            </a:pPr>
            <a:r>
              <a:rPr lang="en-GB" dirty="0"/>
              <a:t>Hope you enjoyed this learning journey.</a:t>
            </a:r>
          </a:p>
          <a:p>
            <a:pPr lvl="0"/>
            <a:endParaRPr lang="en-US" dirty="0"/>
          </a:p>
        </p:txBody>
      </p:sp>
    </p:spTree>
    <p:extLst>
      <p:ext uri="{BB962C8B-B14F-4D97-AF65-F5344CB8AC3E}">
        <p14:creationId xmlns:p14="http://schemas.microsoft.com/office/powerpoint/2010/main" val="99351302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 Red">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marL="0" marR="0" indent="0" algn="l" defTabSz="914377" rtl="0" eaLnBrk="1" fontAlgn="auto" latinLnBrk="0" hangingPunct="1">
              <a:lnSpc>
                <a:spcPct val="100000"/>
              </a:lnSpc>
              <a:spcBef>
                <a:spcPts val="0"/>
              </a:spcBef>
              <a:spcAft>
                <a:spcPts val="651"/>
              </a:spcAft>
              <a:buClrTx/>
              <a:buSzPct val="115000"/>
              <a:buFontTx/>
              <a:buNone/>
              <a:tabLst/>
              <a:defRPr baseline="0"/>
            </a:lvl1pPr>
          </a:lstStyle>
          <a:p>
            <a:pPr marL="0" marR="0" lvl="0" indent="0" algn="l" defTabSz="914377" rtl="0" eaLnBrk="1" fontAlgn="auto" latinLnBrk="0" hangingPunct="1">
              <a:lnSpc>
                <a:spcPct val="100000"/>
              </a:lnSpc>
              <a:spcBef>
                <a:spcPts val="0"/>
              </a:spcBef>
              <a:spcAft>
                <a:spcPts val="651"/>
              </a:spcAft>
              <a:buClrTx/>
              <a:buSzPct val="115000"/>
              <a:buFontTx/>
              <a:buNone/>
              <a:tabLst/>
              <a:defRPr/>
            </a:pPr>
            <a:r>
              <a:rPr lang="en-GB" dirty="0"/>
              <a:t>Hope you enjoyed this learning journey.</a:t>
            </a:r>
          </a:p>
          <a:p>
            <a:pPr lvl="0"/>
            <a:endParaRPr lang="en-US" dirty="0"/>
          </a:p>
        </p:txBody>
      </p:sp>
    </p:spTree>
    <p:extLst>
      <p:ext uri="{BB962C8B-B14F-4D97-AF65-F5344CB8AC3E}">
        <p14:creationId xmlns:p14="http://schemas.microsoft.com/office/powerpoint/2010/main" val="229544002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Click to edit Master title style</a:t>
            </a:r>
            <a:endParaRPr lang="en-GB" noProof="0" dirty="0"/>
          </a:p>
        </p:txBody>
      </p:sp>
      <p:pic>
        <p:nvPicPr>
          <p:cNvPr id="11" name="Picture 10"/>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1297354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Click to edit Master title style</a:t>
            </a:r>
            <a:endParaRPr lang="en-GB" noProof="0" dirty="0"/>
          </a:p>
        </p:txBody>
      </p:sp>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186016430"/>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accent5"/>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6"/>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tx1"/>
                </a:solidFill>
              </a:defRPr>
            </a:lvl1pPr>
          </a:lstStyle>
          <a:p>
            <a:r>
              <a:rPr lang="en-US" noProof="0" dirty="0"/>
              <a:t>Housekeeping</a:t>
            </a:r>
            <a:endParaRPr lang="en-GB" noProof="0" dirty="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BC7927F0-0060-E641-9DF6-FBEA1036D28B}"/>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tx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387941427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1_Housekeeping">
    <p:bg>
      <p:bgPr>
        <a:solidFill>
          <a:schemeClr val="accent6"/>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5"/>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963AF44A-1995-DE4D-9A46-5A2394C80A9F}"/>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265683593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Meet &amp; Greet 2">
    <p:bg>
      <p:bgPr>
        <a:solidFill>
          <a:srgbClr val="E8CC47"/>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D5995ECC-57F0-414E-B59C-F055BAC9DFC8}"/>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spTree>
    <p:extLst>
      <p:ext uri="{BB962C8B-B14F-4D97-AF65-F5344CB8AC3E}">
        <p14:creationId xmlns:p14="http://schemas.microsoft.com/office/powerpoint/2010/main" val="207033483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1_Meet &amp; Greet 2">
    <p:bg>
      <p:bgPr>
        <a:solidFill>
          <a:srgbClr val="FF6124"/>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EF62B12B-0209-4F2C-B3BB-EE7164671235}"/>
              </a:ext>
            </a:extLst>
          </p:cNvPr>
          <p:cNvPicPr>
            <a:picLocks noChangeAspect="1"/>
          </p:cNvPicPr>
          <p:nvPr userDrawn="1"/>
        </p:nvPicPr>
        <p:blipFill rotWithShape="1">
          <a:blip r:embed="rId4">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spTree>
    <p:extLst>
      <p:ext uri="{BB962C8B-B14F-4D97-AF65-F5344CB8AC3E}">
        <p14:creationId xmlns:p14="http://schemas.microsoft.com/office/powerpoint/2010/main" val="409001482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Section Divider_01">
    <p:bg>
      <p:bgPr>
        <a:solidFill>
          <a:schemeClr val="accent5"/>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3" y="2366579"/>
            <a:ext cx="7767721" cy="4491421"/>
            <a:chOff x="7799133" y="1870745"/>
            <a:chExt cx="1010349" cy="584292"/>
          </a:xfrm>
          <a:solidFill>
            <a:schemeClr val="accent6"/>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tx1"/>
                </a:solidFill>
              </a:defRPr>
            </a:lvl1pPr>
          </a:lstStyle>
          <a:p>
            <a:r>
              <a:rPr lang="en-US" noProof="0" dirty="0"/>
              <a:t>CLICK TO EDIT TITLE</a:t>
            </a:r>
            <a:endParaRPr lang="en-GB" noProof="0" dirty="0"/>
          </a:p>
        </p:txBody>
      </p:sp>
      <p:sp>
        <p:nvSpPr>
          <p:cNvPr id="2" name="Rectangle 1"/>
          <p:cNvSpPr/>
          <p:nvPr userDrawn="1"/>
        </p:nvSpPr>
        <p:spPr>
          <a:xfrm>
            <a:off x="0" y="3843795"/>
            <a:ext cx="8229600" cy="4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userDrawn="1"/>
        </p:nvSpPr>
        <p:spPr>
          <a:xfrm>
            <a:off x="-10131" y="4967139"/>
            <a:ext cx="8239732" cy="4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04258394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Section Divider_02">
    <p:bg>
      <p:bgPr>
        <a:solidFill>
          <a:schemeClr val="accent5"/>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userDrawn="1"/>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tx1"/>
                </a:solidFill>
              </a:defRPr>
            </a:lvl1pPr>
          </a:lstStyle>
          <a:p>
            <a:r>
              <a:rPr lang="en-US" noProof="0" dirty="0"/>
              <a:t>CLICK TO EDIT TITLE</a:t>
            </a:r>
            <a:endParaRPr lang="en-GB" noProof="0" dirty="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61885061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Section Divider_03">
    <p:bg>
      <p:bgPr>
        <a:solidFill>
          <a:schemeClr val="accent5"/>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dirty="0"/>
              <a:t>CLICK TO EDIT TITLE</a:t>
            </a:r>
            <a:endParaRPr lang="en-GB" noProof="0" dirty="0"/>
          </a:p>
        </p:txBody>
      </p:sp>
      <p:grpSp>
        <p:nvGrpSpPr>
          <p:cNvPr id="19" name="Group 18">
            <a:extLst>
              <a:ext uri="{FF2B5EF4-FFF2-40B4-BE49-F238E27FC236}">
                <a16:creationId xmlns:a16="http://schemas.microsoft.com/office/drawing/2014/main" id="{0620F3F7-97AF-B146-9607-EBE029AF2969}"/>
              </a:ext>
            </a:extLst>
          </p:cNvPr>
          <p:cNvGrpSpPr/>
          <p:nvPr userDrawn="1"/>
        </p:nvGrpSpPr>
        <p:grpSpPr>
          <a:xfrm>
            <a:off x="-15598" y="2769835"/>
            <a:ext cx="9506731" cy="4129712"/>
            <a:chOff x="1797250" y="3059102"/>
            <a:chExt cx="1632958" cy="495300"/>
          </a:xfrm>
          <a:solidFill>
            <a:schemeClr val="accent6"/>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userDrawn="1"/>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userDrawn="1"/>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userDrawn="1"/>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10067858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Section Divider_04">
    <p:bg>
      <p:bgPr>
        <a:solidFill>
          <a:schemeClr val="accent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bg1"/>
                </a:solidFill>
              </a:defRPr>
            </a:lvl1pPr>
          </a:lstStyle>
          <a:p>
            <a:r>
              <a:rPr lang="en-US" noProof="0" dirty="0"/>
              <a:t>CLICK TO EDIT TITLE</a:t>
            </a:r>
            <a:endParaRPr lang="en-GB" noProof="0" dirty="0"/>
          </a:p>
        </p:txBody>
      </p:sp>
      <p:sp>
        <p:nvSpPr>
          <p:cNvPr id="13" name="Freeform 12">
            <a:extLst>
              <a:ext uri="{FF2B5EF4-FFF2-40B4-BE49-F238E27FC236}">
                <a16:creationId xmlns:a16="http://schemas.microsoft.com/office/drawing/2014/main" id="{5D4E77AD-4E3B-4C4C-B2E4-D1513A99EF68}"/>
              </a:ext>
            </a:extLst>
          </p:cNvPr>
          <p:cNvSpPr/>
          <p:nvPr userDrawn="1"/>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2" name="Rectangle 1"/>
          <p:cNvSpPr/>
          <p:nvPr userDrawn="1"/>
        </p:nvSpPr>
        <p:spPr>
          <a:xfrm>
            <a:off x="2" y="1562471"/>
            <a:ext cx="8120063" cy="5796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39145110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Section Divider_05">
    <p:bg>
      <p:bgPr>
        <a:solidFill>
          <a:schemeClr val="accent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userDrawn="1"/>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53856918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Section Divider_06">
    <p:bg>
      <p:bgPr>
        <a:solidFill>
          <a:schemeClr val="accent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userDrawn="1"/>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5"/>
          </a:solidFill>
        </p:spPr>
        <p:txBody>
          <a:bodyPr wrap="square" lIns="0" tIns="0" rIns="0" bIns="0" rtlCol="0"/>
          <a:lstStyle/>
          <a:p>
            <a:endParaRPr sz="1029"/>
          </a:p>
        </p:txBody>
      </p:sp>
    </p:spTree>
    <p:extLst>
      <p:ext uri="{BB962C8B-B14F-4D97-AF65-F5344CB8AC3E}">
        <p14:creationId xmlns:p14="http://schemas.microsoft.com/office/powerpoint/2010/main" val="207239077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26358932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539333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6556656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76648141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19064336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5"/>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92598035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5992201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5"/>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3398510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4968240"/>
            <a:ext cx="738525" cy="3309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E719BA34-23BB-1044-9AD7-64A0FC498A8F}"/>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9380070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5"/>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303A16D8-C47D-2646-8D74-7305970A0AC7}"/>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62242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6"/>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99CE94EC-D689-0844-B168-B5C04CE1057C}"/>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69713007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6"/>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0D1907F4-B2E5-E241-8CFF-3C1A5962F46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41002985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userDrawn="1"/>
        </p:nvGrpSpPr>
        <p:grpSpPr>
          <a:xfrm>
            <a:off x="-754639" y="4113557"/>
            <a:ext cx="5797612" cy="2365031"/>
            <a:chOff x="-2229" y="2361812"/>
            <a:chExt cx="11067619" cy="4514835"/>
          </a:xfrm>
          <a:solidFill>
            <a:schemeClr val="accent6"/>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5A35AD87-FF52-FA40-A269-A1F35A25AE4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37421560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592D96B5-6708-5946-B56D-48C7C909EBD0}"/>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5783969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03573488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363942"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0ADBD2A6-9D59-8A42-B712-28AECE5544C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54815009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9795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425D0E0-656F-8441-9B06-9CCBF96661F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1614564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90422B83-86F8-9643-B75F-38DF13EE57DB}"/>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74837420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85337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2ECDA1F6-68EE-9047-9ECF-D975CA62C8D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87827412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5"/>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3F2FEA9A-101A-5A4C-83E2-4C0044BA6EE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65748728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userDrawn="1"/>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23A21BE0-4841-FF4C-ABD6-32E1F111A998}"/>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28328889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Activity 3">
    <p:bg>
      <p:bgPr>
        <a:solidFill>
          <a:srgbClr val="E8602E"/>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userDrawn="1"/>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dirty="0"/>
          </a:p>
        </p:txBody>
      </p:sp>
      <p:sp>
        <p:nvSpPr>
          <p:cNvPr id="7" name="Title 1">
            <a:extLst>
              <a:ext uri="{FF2B5EF4-FFF2-40B4-BE49-F238E27FC236}">
                <a16:creationId xmlns:a16="http://schemas.microsoft.com/office/drawing/2014/main" id="{0B84A5C5-2EE0-4240-9019-8B715BEE897B}"/>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DE123B60-D604-9A41-BA50-1BF4AC36AE93}"/>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193951543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1_Activity 3">
    <p:bg>
      <p:bgPr>
        <a:solidFill>
          <a:srgbClr val="FFD217"/>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userDrawn="1"/>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
        <p:nvSpPr>
          <p:cNvPr id="7" name="Title 1">
            <a:extLst>
              <a:ext uri="{FF2B5EF4-FFF2-40B4-BE49-F238E27FC236}">
                <a16:creationId xmlns:a16="http://schemas.microsoft.com/office/drawing/2014/main" id="{2F7793DD-F793-8F4F-B74E-6B8630C8266F}"/>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BF20315E-2B12-1B43-A789-90CFB92D6FF0}"/>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246302576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2_Title Slide - White / Orange">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2B509EB7-6C12-4E21-BEEC-0CCC27628661}"/>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6A2322C5-1CF3-42B4-96D7-04AE4FF89F65}"/>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296929174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3_Title Slide - White / Orange">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D507EE1D-A14D-478F-853C-B98EB3E70EB2}"/>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3A918B64-9105-4E90-815B-8AC734F02D2B}"/>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166092449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Teal">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419771545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1_Housekeeping">
    <p:bg>
      <p:bgPr>
        <a:solidFill>
          <a:srgbClr val="28CEF6"/>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tx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91EB17D6-1862-9E4C-AC48-E047218919E4}"/>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tx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756984059"/>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Meet &amp; Greet 3">
    <p:bg>
      <p:bgPr>
        <a:solidFill>
          <a:srgbClr val="28CFF9"/>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F9FE28BE-DA40-4803-B8FE-167E8D45A140}"/>
              </a:ext>
            </a:extLst>
          </p:cNvPr>
          <p:cNvPicPr>
            <a:picLocks noChangeAspect="1"/>
          </p:cNvPicPr>
          <p:nvPr userDrawn="1"/>
        </p:nvPicPr>
        <p:blipFill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293538855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Section Divider_01">
    <p:bg>
      <p:bgPr>
        <a:solidFill>
          <a:srgbClr val="28CEF6"/>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3" y="2366579"/>
            <a:ext cx="7767721" cy="4491421"/>
            <a:chOff x="7799133" y="1870745"/>
            <a:chExt cx="1010349" cy="584292"/>
          </a:xfrm>
          <a:solidFill>
            <a:schemeClr val="tx1"/>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tx1"/>
                </a:solidFill>
              </a:defRPr>
            </a:lvl1pPr>
          </a:lstStyle>
          <a:p>
            <a:r>
              <a:rPr lang="en-US" noProof="0"/>
              <a:t>CLICK TO EDIT TITLE</a:t>
            </a:r>
            <a:endParaRPr lang="en-GB" noProof="0"/>
          </a:p>
        </p:txBody>
      </p:sp>
      <p:sp>
        <p:nvSpPr>
          <p:cNvPr id="2" name="Rectangle 1"/>
          <p:cNvSpPr/>
          <p:nvPr userDrawn="1"/>
        </p:nvSpPr>
        <p:spPr>
          <a:xfrm>
            <a:off x="0" y="3843795"/>
            <a:ext cx="82296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userDrawn="1"/>
        </p:nvSpPr>
        <p:spPr>
          <a:xfrm>
            <a:off x="-10131" y="4967139"/>
            <a:ext cx="8239732"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76430007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Section Divider_02">
    <p:bg>
      <p:bgPr>
        <a:solidFill>
          <a:srgbClr val="28CEF6"/>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userDrawn="1"/>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06770671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Section Divider_03">
    <p:bg>
      <p:bgPr>
        <a:solidFill>
          <a:srgbClr val="28CEF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userDrawn="1"/>
        </p:nvGrpSpPr>
        <p:grpSpPr>
          <a:xfrm>
            <a:off x="-15598" y="2769835"/>
            <a:ext cx="9506731" cy="4129712"/>
            <a:chOff x="1797250" y="3059102"/>
            <a:chExt cx="1632958" cy="495300"/>
          </a:xfrm>
          <a:solidFill>
            <a:schemeClr val="tx1"/>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userDrawn="1"/>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userDrawn="1"/>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userDrawn="1"/>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061143813"/>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Section Divider_04">
    <p:bg>
      <p:bgPr>
        <a:solidFill>
          <a:srgbClr val="28CEF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userDrawn="1"/>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2" name="Rectangle 1"/>
          <p:cNvSpPr/>
          <p:nvPr userDrawn="1"/>
        </p:nvSpPr>
        <p:spPr>
          <a:xfrm>
            <a:off x="2" y="1562471"/>
            <a:ext cx="8120063" cy="579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63821263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Section Divider_05">
    <p:bg>
      <p:bgPr>
        <a:solidFill>
          <a:srgbClr val="28CEF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userDrawn="1"/>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872642853"/>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Section Divider_06">
    <p:bg>
      <p:bgPr>
        <a:solidFill>
          <a:srgbClr val="28CEF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userDrawn="1"/>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Tree>
    <p:extLst>
      <p:ext uri="{BB962C8B-B14F-4D97-AF65-F5344CB8AC3E}">
        <p14:creationId xmlns:p14="http://schemas.microsoft.com/office/powerpoint/2010/main" val="139338046"/>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solidFill>
                <a:schemeClr val="tx1"/>
              </a:solidFill>
            </a:endParaRPr>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02340633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81329182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71890044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tx1"/>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8803295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tx1"/>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61830439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tx1"/>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10055904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41928971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9626575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4968240"/>
            <a:ext cx="738525" cy="33092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22BB93A1-2BBC-6E43-8966-8BC896D72412}"/>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25606700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47482870-8F1E-4A40-98B3-EB4E14D20B6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97064169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B5231A29-C420-A24A-83D8-2845B3719A8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70963718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15EB805A-E7B4-1A4B-A713-5EC6CFC1859D}"/>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20324424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userDrawn="1"/>
        </p:nvGrpSpPr>
        <p:grpSpPr>
          <a:xfrm>
            <a:off x="-754639" y="4113557"/>
            <a:ext cx="5797612" cy="2365031"/>
            <a:chOff x="-2229" y="2361812"/>
            <a:chExt cx="11067619" cy="4514835"/>
          </a:xfrm>
          <a:solidFill>
            <a:srgbClr val="28CEF6"/>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BE3A48D2-2003-3B48-9BA7-3C3C764A534F}"/>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64798376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DFAD0D0D-8846-2F49-A055-6C6BC6354FFE}"/>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5326982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17464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99079175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5821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D4D068D3-76D2-6C48-BF65-509B44CACE3E}"/>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25815188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72216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04FCF7FD-3F84-F04D-B73E-0F9F6BA8316B}"/>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70834363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033245"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96E7A6F-DAC6-B441-B5F5-018B0C7C2A2F}"/>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19525016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3196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25A0BA27-1B3E-284F-A41F-F988E900707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71207649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89184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rgbClr val="28CEF6"/>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F39D1C75-606C-4D47-8814-AB30DCA4C3B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11681569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44802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userDrawn="1"/>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CC321F0F-9EE5-FC4B-A5AF-678F2F4F9CB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53546037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Activity 2">
    <p:bg>
      <p:bgPr>
        <a:solidFill>
          <a:srgbClr val="23CEF9"/>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userDrawn="1"/>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
        <p:nvSpPr>
          <p:cNvPr id="7" name="Title 1">
            <a:extLst>
              <a:ext uri="{FF2B5EF4-FFF2-40B4-BE49-F238E27FC236}">
                <a16:creationId xmlns:a16="http://schemas.microsoft.com/office/drawing/2014/main" id="{44DC967D-822F-0D4D-9D88-47A397D6890B}"/>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F99DB077-1C85-A441-AE94-AEC6EEA7D38E}"/>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368745874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 Teal">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52F189F0-0DDE-404F-9FD7-21EBA1DC016F}"/>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7BA3DF19-D33D-4658-9164-10D3FE685928}"/>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150428705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6" name="Text Placeholder 7"/>
          <p:cNvSpPr>
            <a:spLocks noGrp="1"/>
          </p:cNvSpPr>
          <p:nvPr>
            <p:ph type="body" sz="quarter" idx="11" hasCustomPrompt="1"/>
          </p:nvPr>
        </p:nvSpPr>
        <p:spPr>
          <a:xfrm>
            <a:off x="376237" y="1240838"/>
            <a:ext cx="11431587" cy="5237751"/>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marL="88898" indent="0">
              <a:lnSpc>
                <a:spcPct val="100000"/>
              </a:lnSpc>
              <a:buFont typeface="Arial" panose="020B0604020202020204" pitchFamily="34" charset="0"/>
              <a:buNone/>
              <a:defRPr sz="1800" b="0"/>
            </a:lvl3pPr>
            <a:lvl4pPr marL="88898" indent="0">
              <a:lnSpc>
                <a:spcPct val="100000"/>
              </a:lnSpc>
              <a:buFont typeface="Arial" panose="020B0604020202020204" pitchFamily="34" charset="0"/>
              <a:buNone/>
              <a:defRPr sz="1800" b="0"/>
            </a:lvl4pPr>
            <a:lvl5pPr marL="355591" indent="-266693">
              <a:lnSpc>
                <a:spcPct val="100000"/>
              </a:lnSpc>
              <a:buFont typeface="Arial" panose="020B0604020202020204" pitchFamily="34" charset="0"/>
              <a:buChar char="•"/>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529662652"/>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guide id="3" orient="horz" pos="2160">
          <p15:clr>
            <a:srgbClr val="FBAE40"/>
          </p15:clr>
        </p15:guide>
        <p15:guide id="4" orient="horz" pos="2260">
          <p15:clr>
            <a:srgbClr val="FBAE40"/>
          </p15:clr>
        </p15:guide>
        <p15:guide id="5" pos="3940">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5" name="Text Placeholder 2">
            <a:extLst>
              <a:ext uri="{FF2B5EF4-FFF2-40B4-BE49-F238E27FC236}">
                <a16:creationId xmlns:a16="http://schemas.microsoft.com/office/drawing/2014/main" id="{503A14FE-D075-C54D-A7E3-E22DBF933384}"/>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759301388"/>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167298" y="2921079"/>
            <a:ext cx="2124159" cy="2749952"/>
          </a:xfrm>
        </p:spPr>
        <p:txBody>
          <a:bodyPr/>
          <a:lstStyle>
            <a:lvl1pPr marL="0" indent="0">
              <a:lnSpc>
                <a:spcPct val="100000"/>
              </a:lnSpc>
              <a:buFont typeface="Arial" panose="020B0604020202020204" pitchFamily="34" charset="0"/>
              <a:buNone/>
              <a:defRPr sz="1800" b="0"/>
            </a:lvl1pPr>
            <a:lvl2pPr marL="0" indent="0">
              <a:buFont typeface="Arial" panose="020B0604020202020204" pitchFamily="34" charset="0"/>
              <a:buNone/>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4" name="Text Placeholder 4"/>
          <p:cNvSpPr>
            <a:spLocks noGrp="1"/>
          </p:cNvSpPr>
          <p:nvPr>
            <p:ph type="body" sz="quarter" idx="16" hasCustomPrompt="1"/>
          </p:nvPr>
        </p:nvSpPr>
        <p:spPr>
          <a:xfrm>
            <a:off x="3747517" y="2921079"/>
            <a:ext cx="2068065"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6" name="Text Placeholder 4"/>
          <p:cNvSpPr>
            <a:spLocks noGrp="1"/>
          </p:cNvSpPr>
          <p:nvPr>
            <p:ph type="body" sz="quarter" idx="17" hasCustomPrompt="1"/>
          </p:nvPr>
        </p:nvSpPr>
        <p:spPr>
          <a:xfrm>
            <a:off x="6257866" y="2921079"/>
            <a:ext cx="2130523"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7" name="Picture Placeholder 21"/>
          <p:cNvSpPr>
            <a:spLocks noGrp="1"/>
          </p:cNvSpPr>
          <p:nvPr>
            <p:ph type="pic" sz="quarter" idx="18" hasCustomPrompt="1"/>
          </p:nvPr>
        </p:nvSpPr>
        <p:spPr>
          <a:xfrm>
            <a:off x="1167299" y="1240564"/>
            <a:ext cx="1437932" cy="1437931"/>
          </a:xfrm>
        </p:spPr>
        <p:txBody>
          <a:bodyPr/>
          <a:lstStyle>
            <a:lvl1pPr marL="0" indent="0">
              <a:buNone/>
              <a:defRPr/>
            </a:lvl1pPr>
          </a:lstStyle>
          <a:p>
            <a:r>
              <a:rPr lang="en-GB"/>
              <a:t>icon</a:t>
            </a:r>
          </a:p>
        </p:txBody>
      </p:sp>
      <p:sp>
        <p:nvSpPr>
          <p:cNvPr id="8" name="Picture Placeholder 21"/>
          <p:cNvSpPr>
            <a:spLocks noGrp="1"/>
          </p:cNvSpPr>
          <p:nvPr>
            <p:ph type="pic" sz="quarter" idx="19" hasCustomPrompt="1"/>
          </p:nvPr>
        </p:nvSpPr>
        <p:spPr>
          <a:xfrm>
            <a:off x="3747517" y="1233488"/>
            <a:ext cx="1437932" cy="1437931"/>
          </a:xfrm>
        </p:spPr>
        <p:txBody>
          <a:bodyPr/>
          <a:lstStyle>
            <a:lvl1pPr marL="0" indent="0">
              <a:buNone/>
              <a:defRPr/>
            </a:lvl1pPr>
          </a:lstStyle>
          <a:p>
            <a:r>
              <a:rPr lang="en-GB"/>
              <a:t>icon</a:t>
            </a:r>
          </a:p>
        </p:txBody>
      </p:sp>
      <p:sp>
        <p:nvSpPr>
          <p:cNvPr id="9" name="Picture Placeholder 21"/>
          <p:cNvSpPr>
            <a:spLocks noGrp="1"/>
          </p:cNvSpPr>
          <p:nvPr>
            <p:ph type="pic" sz="quarter" idx="20" hasCustomPrompt="1"/>
          </p:nvPr>
        </p:nvSpPr>
        <p:spPr>
          <a:xfrm>
            <a:off x="6257867" y="1240564"/>
            <a:ext cx="1437932" cy="1437931"/>
          </a:xfrm>
        </p:spPr>
        <p:txBody>
          <a:bodyPr/>
          <a:lstStyle>
            <a:lvl1pPr marL="0" indent="0">
              <a:buNone/>
              <a:defRPr/>
            </a:lvl1pPr>
          </a:lstStyle>
          <a:p>
            <a:r>
              <a:rPr lang="en-GB"/>
              <a:t>icon</a:t>
            </a:r>
          </a:p>
        </p:txBody>
      </p:sp>
      <p:sp>
        <p:nvSpPr>
          <p:cNvPr id="10" name="Text Placeholder 4"/>
          <p:cNvSpPr>
            <a:spLocks noGrp="1"/>
          </p:cNvSpPr>
          <p:nvPr>
            <p:ph type="body" sz="quarter" idx="21" hasCustomPrompt="1"/>
          </p:nvPr>
        </p:nvSpPr>
        <p:spPr>
          <a:xfrm>
            <a:off x="8744941" y="2936069"/>
            <a:ext cx="2183449"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11" name="Picture Placeholder 21"/>
          <p:cNvSpPr>
            <a:spLocks noGrp="1"/>
          </p:cNvSpPr>
          <p:nvPr>
            <p:ph type="pic" sz="quarter" idx="22" hasCustomPrompt="1"/>
          </p:nvPr>
        </p:nvSpPr>
        <p:spPr>
          <a:xfrm>
            <a:off x="8744942" y="1255555"/>
            <a:ext cx="1437932" cy="1437931"/>
          </a:xfrm>
        </p:spPr>
        <p:txBody>
          <a:bodyPr/>
          <a:lstStyle>
            <a:lvl1pPr marL="0" indent="0">
              <a:buNone/>
              <a:defRPr/>
            </a:lvl1pPr>
          </a:lstStyle>
          <a:p>
            <a:r>
              <a:rPr lang="en-GB"/>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4" name="Text Placeholder 2">
            <a:extLst>
              <a:ext uri="{FF2B5EF4-FFF2-40B4-BE49-F238E27FC236}">
                <a16:creationId xmlns:a16="http://schemas.microsoft.com/office/drawing/2014/main" id="{92C408C0-1A1B-4D4D-B79A-2D37D6F3CB19}"/>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29773864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167876" y="1246665"/>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Text Placeholder 7"/>
          <p:cNvSpPr>
            <a:spLocks noGrp="1"/>
          </p:cNvSpPr>
          <p:nvPr>
            <p:ph type="body" sz="quarter" idx="13" hasCustomPrompt="1"/>
          </p:nvPr>
        </p:nvSpPr>
        <p:spPr>
          <a:xfrm>
            <a:off x="3613794" y="1246665"/>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6" name="Text Placeholder 7"/>
          <p:cNvSpPr>
            <a:spLocks noGrp="1"/>
          </p:cNvSpPr>
          <p:nvPr>
            <p:ph type="body" sz="quarter" idx="14" hasCustomPrompt="1"/>
          </p:nvPr>
        </p:nvSpPr>
        <p:spPr>
          <a:xfrm>
            <a:off x="6059713" y="1246664"/>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7" name="Text Placeholder 7"/>
          <p:cNvSpPr>
            <a:spLocks noGrp="1"/>
          </p:cNvSpPr>
          <p:nvPr>
            <p:ph type="body" sz="quarter" idx="15" hasCustomPrompt="1"/>
          </p:nvPr>
        </p:nvSpPr>
        <p:spPr>
          <a:xfrm>
            <a:off x="8505633" y="1246663"/>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DC41670F-D9DB-3140-AAEA-4430FBF2D30A}"/>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424373951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6186490" y="1246663"/>
            <a:ext cx="5612791"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Text Placeholder 7"/>
          <p:cNvSpPr>
            <a:spLocks noGrp="1"/>
          </p:cNvSpPr>
          <p:nvPr>
            <p:ph type="body" sz="quarter" idx="13" hasCustomPrompt="1"/>
          </p:nvPr>
        </p:nvSpPr>
        <p:spPr>
          <a:xfrm>
            <a:off x="382589" y="1246661"/>
            <a:ext cx="5621337"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FE1C86EE-79CD-A844-BC58-36532ABD5C56}"/>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366748776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Image and Text">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391181" y="1240839"/>
            <a:ext cx="5612745" cy="5237749"/>
          </a:xfrm>
          <a:prstGeom prst="rect">
            <a:avLst/>
          </a:prstGeom>
        </p:spPr>
        <p:txBody>
          <a:bodyPr/>
          <a:lstStyle>
            <a:lvl1pPr marL="0" indent="0">
              <a:buNone/>
              <a:defRPr/>
            </a:lvl1pPr>
          </a:lstStyle>
          <a:p>
            <a:r>
              <a:rPr lang="en-US"/>
              <a:t>Click icon to add picture</a:t>
            </a:r>
          </a:p>
        </p:txBody>
      </p:sp>
      <p:sp>
        <p:nvSpPr>
          <p:cNvPr id="10" name="Text Placeholder 7"/>
          <p:cNvSpPr>
            <a:spLocks noGrp="1"/>
          </p:cNvSpPr>
          <p:nvPr>
            <p:ph type="body" sz="quarter" idx="11" hasCustomPrompt="1"/>
          </p:nvPr>
        </p:nvSpPr>
        <p:spPr>
          <a:xfrm>
            <a:off x="6186489" y="1239313"/>
            <a:ext cx="5621337" cy="5239275"/>
          </a:xfrm>
        </p:spPr>
        <p:txBody>
          <a:bodyPr/>
          <a:lstStyle>
            <a:lvl1pPr marL="0" indent="0">
              <a:lnSpc>
                <a:spcPct val="100000"/>
              </a:lnSpc>
              <a:buFont typeface="Arial" panose="020B0604020202020204" pitchFamily="34" charset="0"/>
              <a:buNone/>
              <a:defRPr sz="1800" b="0"/>
            </a:lvl1pPr>
            <a:lvl2pPr marL="171446" marR="0" indent="-171446" algn="l" defTabSz="914377" rtl="0" eaLnBrk="1" fontAlgn="auto" latinLnBrk="0" hangingPunct="1">
              <a:lnSpc>
                <a:spcPct val="100000"/>
              </a:lnSpc>
              <a:spcBef>
                <a:spcPts val="0"/>
              </a:spcBef>
              <a:spcAft>
                <a:spcPts val="651"/>
              </a:spcAft>
              <a:buClrTx/>
              <a:buSzPct val="125000"/>
              <a:buFont typeface="Arial" panose="020B0604020202020204" pitchFamily="34" charset="0"/>
              <a:buChar char="•"/>
              <a:tabLst/>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BC6158FE-928A-7845-B66A-66F0FE0F7F9C}"/>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138643642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82062" y="1239312"/>
            <a:ext cx="5621863" cy="5239275"/>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199185" y="1246663"/>
            <a:ext cx="5608641" cy="5231924"/>
          </a:xfrm>
          <a:prstGeom prst="rect">
            <a:avLst/>
          </a:prstGeom>
        </p:spPr>
        <p:txBody>
          <a:bodyPr/>
          <a:lstStyle>
            <a:lvl1pPr marL="0" indent="0">
              <a:buNone/>
              <a:defRPr/>
            </a:lvl1pPr>
          </a:lstStyle>
          <a:p>
            <a:r>
              <a:rPr lang="en-US"/>
              <a:t>Click icon to add picture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83FBF726-3A82-7143-ACCB-5046CC509D9D}"/>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86077348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376238" y="3968576"/>
            <a:ext cx="5627687" cy="2520000"/>
          </a:xfrm>
        </p:spPr>
        <p:txBody>
          <a:bodyPr/>
          <a:lstStyle>
            <a:lvl1pPr marL="0" indent="0">
              <a:lnSpc>
                <a:spcPct val="100000"/>
              </a:lnSpc>
              <a:buFont typeface="Arial" panose="020B0604020202020204" pitchFamily="34" charset="0"/>
              <a:buNone/>
              <a:defRPr sz="1800" b="0"/>
            </a:lvl1pPr>
            <a:lvl2pPr marL="171446" indent="-171446">
              <a:buFont typeface="Arial" panose="020B0604020202020204" pitchFamily="34" charset="0"/>
              <a:buChar char="•"/>
              <a:defRPr sz="1800"/>
            </a:lvl2pPr>
            <a:lvl3pPr marL="0" indent="0">
              <a:buNone/>
              <a:defRPr sz="1800"/>
            </a:lvl3pPr>
            <a:lvl4pPr>
              <a:defRPr sz="1800"/>
            </a:lvl4pPr>
            <a:lvl5pPr>
              <a:defRPr sz="1800"/>
            </a:lvl5pPr>
          </a:lstStyle>
          <a:p>
            <a:pPr lvl="0"/>
            <a:r>
              <a:rPr lang="en-US"/>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376249" y="1233490"/>
            <a:ext cx="5627676" cy="2576511"/>
          </a:xfrm>
          <a:prstGeom prst="rect">
            <a:avLst/>
          </a:prstGeom>
        </p:spPr>
        <p:txBody>
          <a:bodyPr/>
          <a:lstStyle>
            <a:lvl1pPr marL="0" indent="0">
              <a:buNone/>
              <a:defRPr baseline="0"/>
            </a:lvl1pPr>
          </a:lstStyle>
          <a:p>
            <a:r>
              <a:rPr lang="en-US"/>
              <a:t>Click icon to add picture</a:t>
            </a:r>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6180195" y="1233489"/>
            <a:ext cx="5627631" cy="2576511"/>
          </a:xfrm>
          <a:prstGeom prst="rect">
            <a:avLst/>
          </a:prstGeom>
        </p:spPr>
        <p:txBody>
          <a:bodyPr/>
          <a:lstStyle>
            <a:lvl1pPr marL="0" indent="0">
              <a:buNone/>
              <a:defRPr baseline="0"/>
            </a:lvl1pPr>
          </a:lstStyle>
          <a:p>
            <a:r>
              <a:rPr lang="en-US"/>
              <a:t>Click icon to add picture</a:t>
            </a:r>
          </a:p>
        </p:txBody>
      </p:sp>
      <p:sp>
        <p:nvSpPr>
          <p:cNvPr id="8" name="Text Placeholder 7"/>
          <p:cNvSpPr>
            <a:spLocks noGrp="1"/>
          </p:cNvSpPr>
          <p:nvPr>
            <p:ph type="body" sz="quarter" idx="11" hasCustomPrompt="1"/>
          </p:nvPr>
        </p:nvSpPr>
        <p:spPr>
          <a:xfrm>
            <a:off x="6180195" y="3968576"/>
            <a:ext cx="5627631" cy="2520000"/>
          </a:xfrm>
        </p:spPr>
        <p:txBody>
          <a:bodyPr/>
          <a:lstStyle>
            <a:lvl1pPr marL="0" indent="0">
              <a:lnSpc>
                <a:spcPct val="100000"/>
              </a:lnSpc>
              <a:buFont typeface="Arial" panose="020B0604020202020204" pitchFamily="34" charset="0"/>
              <a:buNone/>
              <a:defRPr b="0"/>
            </a:lvl1pPr>
            <a:lvl2pPr marL="171446" indent="-171446">
              <a:buFont typeface="Arial" panose="020B0604020202020204" pitchFamily="34" charset="0"/>
              <a:buChar char="•"/>
              <a:defRPr/>
            </a:lvl2pPr>
          </a:lstStyle>
          <a:p>
            <a:pPr lvl="0"/>
            <a:r>
              <a:rPr lang="en-US"/>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0270B6DD-EFD0-B148-AC2D-17D9B4352A1A}"/>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34283489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406779689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5.xml"/><Relationship Id="rId18" Type="http://schemas.openxmlformats.org/officeDocument/2006/relationships/slideLayout" Target="../slideLayouts/slideLayout50.xml"/><Relationship Id="rId26" Type="http://schemas.openxmlformats.org/officeDocument/2006/relationships/slideLayout" Target="../slideLayouts/slideLayout58.xml"/><Relationship Id="rId3" Type="http://schemas.openxmlformats.org/officeDocument/2006/relationships/slideLayout" Target="../slideLayouts/slideLayout35.xml"/><Relationship Id="rId21" Type="http://schemas.openxmlformats.org/officeDocument/2006/relationships/slideLayout" Target="../slideLayouts/slideLayout53.xml"/><Relationship Id="rId34" Type="http://schemas.openxmlformats.org/officeDocument/2006/relationships/slideLayout" Target="../slideLayouts/slideLayout66.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33" Type="http://schemas.openxmlformats.org/officeDocument/2006/relationships/slideLayout" Target="../slideLayouts/slideLayout65.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29" Type="http://schemas.openxmlformats.org/officeDocument/2006/relationships/slideLayout" Target="../slideLayouts/slideLayout61.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24" Type="http://schemas.openxmlformats.org/officeDocument/2006/relationships/slideLayout" Target="../slideLayouts/slideLayout56.xml"/><Relationship Id="rId32" Type="http://schemas.openxmlformats.org/officeDocument/2006/relationships/slideLayout" Target="../slideLayouts/slideLayout64.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36" Type="http://schemas.openxmlformats.org/officeDocument/2006/relationships/image" Target="../media/image1.png"/><Relationship Id="rId10" Type="http://schemas.openxmlformats.org/officeDocument/2006/relationships/slideLayout" Target="../slideLayouts/slideLayout42.xml"/><Relationship Id="rId19" Type="http://schemas.openxmlformats.org/officeDocument/2006/relationships/slideLayout" Target="../slideLayouts/slideLayout51.xml"/><Relationship Id="rId31" Type="http://schemas.openxmlformats.org/officeDocument/2006/relationships/slideLayout" Target="../slideLayouts/slideLayout63.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 Id="rId35" Type="http://schemas.openxmlformats.org/officeDocument/2006/relationships/theme" Target="../theme/theme2.xml"/><Relationship Id="rId8" Type="http://schemas.openxmlformats.org/officeDocument/2006/relationships/slideLayout" Target="../slideLayouts/slideLayout40.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79.xml"/><Relationship Id="rId18" Type="http://schemas.openxmlformats.org/officeDocument/2006/relationships/slideLayout" Target="../slideLayouts/slideLayout84.xml"/><Relationship Id="rId26" Type="http://schemas.openxmlformats.org/officeDocument/2006/relationships/slideLayout" Target="../slideLayouts/slideLayout92.xml"/><Relationship Id="rId39" Type="http://schemas.openxmlformats.org/officeDocument/2006/relationships/image" Target="../media/image1.png"/><Relationship Id="rId21" Type="http://schemas.openxmlformats.org/officeDocument/2006/relationships/slideLayout" Target="../slideLayouts/slideLayout87.xml"/><Relationship Id="rId34" Type="http://schemas.openxmlformats.org/officeDocument/2006/relationships/slideLayout" Target="../slideLayouts/slideLayout100.xml"/><Relationship Id="rId7" Type="http://schemas.openxmlformats.org/officeDocument/2006/relationships/slideLayout" Target="../slideLayouts/slideLayout73.xml"/><Relationship Id="rId12" Type="http://schemas.openxmlformats.org/officeDocument/2006/relationships/slideLayout" Target="../slideLayouts/slideLayout78.xml"/><Relationship Id="rId17" Type="http://schemas.openxmlformats.org/officeDocument/2006/relationships/slideLayout" Target="../slideLayouts/slideLayout83.xml"/><Relationship Id="rId25" Type="http://schemas.openxmlformats.org/officeDocument/2006/relationships/slideLayout" Target="../slideLayouts/slideLayout91.xml"/><Relationship Id="rId33" Type="http://schemas.openxmlformats.org/officeDocument/2006/relationships/slideLayout" Target="../slideLayouts/slideLayout99.xml"/><Relationship Id="rId38" Type="http://schemas.openxmlformats.org/officeDocument/2006/relationships/theme" Target="../theme/theme3.xml"/><Relationship Id="rId2" Type="http://schemas.openxmlformats.org/officeDocument/2006/relationships/slideLayout" Target="../slideLayouts/slideLayout68.xml"/><Relationship Id="rId16" Type="http://schemas.openxmlformats.org/officeDocument/2006/relationships/slideLayout" Target="../slideLayouts/slideLayout82.xml"/><Relationship Id="rId20" Type="http://schemas.openxmlformats.org/officeDocument/2006/relationships/slideLayout" Target="../slideLayouts/slideLayout86.xml"/><Relationship Id="rId29" Type="http://schemas.openxmlformats.org/officeDocument/2006/relationships/slideLayout" Target="../slideLayouts/slideLayout95.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24" Type="http://schemas.openxmlformats.org/officeDocument/2006/relationships/slideLayout" Target="../slideLayouts/slideLayout90.xml"/><Relationship Id="rId32" Type="http://schemas.openxmlformats.org/officeDocument/2006/relationships/slideLayout" Target="../slideLayouts/slideLayout98.xml"/><Relationship Id="rId37" Type="http://schemas.openxmlformats.org/officeDocument/2006/relationships/slideLayout" Target="../slideLayouts/slideLayout103.xml"/><Relationship Id="rId5" Type="http://schemas.openxmlformats.org/officeDocument/2006/relationships/slideLayout" Target="../slideLayouts/slideLayout71.xml"/><Relationship Id="rId15" Type="http://schemas.openxmlformats.org/officeDocument/2006/relationships/slideLayout" Target="../slideLayouts/slideLayout81.xml"/><Relationship Id="rId23" Type="http://schemas.openxmlformats.org/officeDocument/2006/relationships/slideLayout" Target="../slideLayouts/slideLayout89.xml"/><Relationship Id="rId28" Type="http://schemas.openxmlformats.org/officeDocument/2006/relationships/slideLayout" Target="../slideLayouts/slideLayout94.xml"/><Relationship Id="rId36" Type="http://schemas.openxmlformats.org/officeDocument/2006/relationships/slideLayout" Target="../slideLayouts/slideLayout102.xml"/><Relationship Id="rId10" Type="http://schemas.openxmlformats.org/officeDocument/2006/relationships/slideLayout" Target="../slideLayouts/slideLayout76.xml"/><Relationship Id="rId19" Type="http://schemas.openxmlformats.org/officeDocument/2006/relationships/slideLayout" Target="../slideLayouts/slideLayout85.xml"/><Relationship Id="rId31" Type="http://schemas.openxmlformats.org/officeDocument/2006/relationships/slideLayout" Target="../slideLayouts/slideLayout97.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4" Type="http://schemas.openxmlformats.org/officeDocument/2006/relationships/slideLayout" Target="../slideLayouts/slideLayout80.xml"/><Relationship Id="rId22" Type="http://schemas.openxmlformats.org/officeDocument/2006/relationships/slideLayout" Target="../slideLayouts/slideLayout88.xml"/><Relationship Id="rId27" Type="http://schemas.openxmlformats.org/officeDocument/2006/relationships/slideLayout" Target="../slideLayouts/slideLayout93.xml"/><Relationship Id="rId30" Type="http://schemas.openxmlformats.org/officeDocument/2006/relationships/slideLayout" Target="../slideLayouts/slideLayout96.xml"/><Relationship Id="rId35" Type="http://schemas.openxmlformats.org/officeDocument/2006/relationships/slideLayout" Target="../slideLayouts/slideLayout101.xml"/><Relationship Id="rId8" Type="http://schemas.openxmlformats.org/officeDocument/2006/relationships/slideLayout" Target="../slideLayouts/slideLayout74.xml"/><Relationship Id="rId3" Type="http://schemas.openxmlformats.org/officeDocument/2006/relationships/slideLayout" Target="../slideLayouts/slideLayout69.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16.xml"/><Relationship Id="rId18" Type="http://schemas.openxmlformats.org/officeDocument/2006/relationships/slideLayout" Target="../slideLayouts/slideLayout121.xml"/><Relationship Id="rId26" Type="http://schemas.openxmlformats.org/officeDocument/2006/relationships/slideLayout" Target="../slideLayouts/slideLayout129.xml"/><Relationship Id="rId3" Type="http://schemas.openxmlformats.org/officeDocument/2006/relationships/slideLayout" Target="../slideLayouts/slideLayout106.xml"/><Relationship Id="rId21" Type="http://schemas.openxmlformats.org/officeDocument/2006/relationships/slideLayout" Target="../slideLayouts/slideLayout124.xml"/><Relationship Id="rId34" Type="http://schemas.openxmlformats.org/officeDocument/2006/relationships/image" Target="../media/image1.png"/><Relationship Id="rId7" Type="http://schemas.openxmlformats.org/officeDocument/2006/relationships/slideLayout" Target="../slideLayouts/slideLayout110.xml"/><Relationship Id="rId12" Type="http://schemas.openxmlformats.org/officeDocument/2006/relationships/slideLayout" Target="../slideLayouts/slideLayout115.xml"/><Relationship Id="rId17" Type="http://schemas.openxmlformats.org/officeDocument/2006/relationships/slideLayout" Target="../slideLayouts/slideLayout120.xml"/><Relationship Id="rId25" Type="http://schemas.openxmlformats.org/officeDocument/2006/relationships/slideLayout" Target="../slideLayouts/slideLayout128.xml"/><Relationship Id="rId33" Type="http://schemas.openxmlformats.org/officeDocument/2006/relationships/theme" Target="../theme/theme4.xml"/><Relationship Id="rId2" Type="http://schemas.openxmlformats.org/officeDocument/2006/relationships/slideLayout" Target="../slideLayouts/slideLayout105.xml"/><Relationship Id="rId16" Type="http://schemas.openxmlformats.org/officeDocument/2006/relationships/slideLayout" Target="../slideLayouts/slideLayout119.xml"/><Relationship Id="rId20" Type="http://schemas.openxmlformats.org/officeDocument/2006/relationships/slideLayout" Target="../slideLayouts/slideLayout123.xml"/><Relationship Id="rId29" Type="http://schemas.openxmlformats.org/officeDocument/2006/relationships/slideLayout" Target="../slideLayouts/slideLayout132.xml"/><Relationship Id="rId1" Type="http://schemas.openxmlformats.org/officeDocument/2006/relationships/slideLayout" Target="../slideLayouts/slideLayout104.xml"/><Relationship Id="rId6" Type="http://schemas.openxmlformats.org/officeDocument/2006/relationships/slideLayout" Target="../slideLayouts/slideLayout109.xml"/><Relationship Id="rId11" Type="http://schemas.openxmlformats.org/officeDocument/2006/relationships/slideLayout" Target="../slideLayouts/slideLayout114.xml"/><Relationship Id="rId24" Type="http://schemas.openxmlformats.org/officeDocument/2006/relationships/slideLayout" Target="../slideLayouts/slideLayout127.xml"/><Relationship Id="rId32" Type="http://schemas.openxmlformats.org/officeDocument/2006/relationships/slideLayout" Target="../slideLayouts/slideLayout135.xml"/><Relationship Id="rId5" Type="http://schemas.openxmlformats.org/officeDocument/2006/relationships/slideLayout" Target="../slideLayouts/slideLayout108.xml"/><Relationship Id="rId15" Type="http://schemas.openxmlformats.org/officeDocument/2006/relationships/slideLayout" Target="../slideLayouts/slideLayout118.xml"/><Relationship Id="rId23" Type="http://schemas.openxmlformats.org/officeDocument/2006/relationships/slideLayout" Target="../slideLayouts/slideLayout126.xml"/><Relationship Id="rId28" Type="http://schemas.openxmlformats.org/officeDocument/2006/relationships/slideLayout" Target="../slideLayouts/slideLayout131.xml"/><Relationship Id="rId10" Type="http://schemas.openxmlformats.org/officeDocument/2006/relationships/slideLayout" Target="../slideLayouts/slideLayout113.xml"/><Relationship Id="rId19" Type="http://schemas.openxmlformats.org/officeDocument/2006/relationships/slideLayout" Target="../slideLayouts/slideLayout122.xml"/><Relationship Id="rId31" Type="http://schemas.openxmlformats.org/officeDocument/2006/relationships/slideLayout" Target="../slideLayouts/slideLayout134.xml"/><Relationship Id="rId4" Type="http://schemas.openxmlformats.org/officeDocument/2006/relationships/slideLayout" Target="../slideLayouts/slideLayout107.xml"/><Relationship Id="rId9" Type="http://schemas.openxmlformats.org/officeDocument/2006/relationships/slideLayout" Target="../slideLayouts/slideLayout112.xml"/><Relationship Id="rId14" Type="http://schemas.openxmlformats.org/officeDocument/2006/relationships/slideLayout" Target="../slideLayouts/slideLayout117.xml"/><Relationship Id="rId22" Type="http://schemas.openxmlformats.org/officeDocument/2006/relationships/slideLayout" Target="../slideLayouts/slideLayout125.xml"/><Relationship Id="rId27" Type="http://schemas.openxmlformats.org/officeDocument/2006/relationships/slideLayout" Target="../slideLayouts/slideLayout130.xml"/><Relationship Id="rId30" Type="http://schemas.openxmlformats.org/officeDocument/2006/relationships/slideLayout" Target="../slideLayouts/slideLayout133.xml"/><Relationship Id="rId8" Type="http://schemas.openxmlformats.org/officeDocument/2006/relationships/slideLayout" Target="../slideLayouts/slideLayout11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43.xml"/><Relationship Id="rId13" Type="http://schemas.openxmlformats.org/officeDocument/2006/relationships/image" Target="../media/image1.png"/><Relationship Id="rId3" Type="http://schemas.openxmlformats.org/officeDocument/2006/relationships/slideLayout" Target="../slideLayouts/slideLayout138.xml"/><Relationship Id="rId7" Type="http://schemas.openxmlformats.org/officeDocument/2006/relationships/slideLayout" Target="../slideLayouts/slideLayout142.xml"/><Relationship Id="rId12" Type="http://schemas.openxmlformats.org/officeDocument/2006/relationships/image" Target="../media/image10.svg"/><Relationship Id="rId2" Type="http://schemas.openxmlformats.org/officeDocument/2006/relationships/slideLayout" Target="../slideLayouts/slideLayout137.xml"/><Relationship Id="rId1" Type="http://schemas.openxmlformats.org/officeDocument/2006/relationships/slideLayout" Target="../slideLayouts/slideLayout136.xml"/><Relationship Id="rId6" Type="http://schemas.openxmlformats.org/officeDocument/2006/relationships/slideLayout" Target="../slideLayouts/slideLayout141.xml"/><Relationship Id="rId11" Type="http://schemas.openxmlformats.org/officeDocument/2006/relationships/image" Target="../media/image9.png"/><Relationship Id="rId5" Type="http://schemas.openxmlformats.org/officeDocument/2006/relationships/slideLayout" Target="../slideLayouts/slideLayout140.xml"/><Relationship Id="rId10" Type="http://schemas.openxmlformats.org/officeDocument/2006/relationships/theme" Target="../theme/theme5.xml"/><Relationship Id="rId4" Type="http://schemas.openxmlformats.org/officeDocument/2006/relationships/slideLayout" Target="../slideLayouts/slideLayout139.xml"/><Relationship Id="rId9" Type="http://schemas.openxmlformats.org/officeDocument/2006/relationships/slideLayout" Target="../slideLayouts/slideLayout1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4454" r:id="rId1"/>
    <p:sldLayoutId id="2147484442" r:id="rId2"/>
    <p:sldLayoutId id="2147483806" r:id="rId3"/>
    <p:sldLayoutId id="2147484338" r:id="rId4"/>
    <p:sldLayoutId id="2147483779" r:id="rId5"/>
    <p:sldLayoutId id="2147483789" r:id="rId6"/>
    <p:sldLayoutId id="2147483788" r:id="rId7"/>
    <p:sldLayoutId id="2147483778" r:id="rId8"/>
    <p:sldLayoutId id="2147484218" r:id="rId9"/>
    <p:sldLayoutId id="2147484219" r:id="rId10"/>
    <p:sldLayoutId id="2147483696" r:id="rId11"/>
    <p:sldLayoutId id="2147483790" r:id="rId12"/>
    <p:sldLayoutId id="2147484314" r:id="rId13"/>
    <p:sldLayoutId id="2147483791" r:id="rId14"/>
    <p:sldLayoutId id="2147483802" r:id="rId15"/>
    <p:sldLayoutId id="2147484315" r:id="rId16"/>
    <p:sldLayoutId id="2147484316" r:id="rId17"/>
    <p:sldLayoutId id="2147484322" r:id="rId18"/>
    <p:sldLayoutId id="2147484323" r:id="rId19"/>
    <p:sldLayoutId id="2147484324" r:id="rId20"/>
    <p:sldLayoutId id="2147484317" r:id="rId21"/>
    <p:sldLayoutId id="2147484325" r:id="rId22"/>
    <p:sldLayoutId id="2147484328" r:id="rId23"/>
    <p:sldLayoutId id="2147484318" r:id="rId24"/>
    <p:sldLayoutId id="2147484327" r:id="rId25"/>
    <p:sldLayoutId id="2147484334" r:id="rId26"/>
    <p:sldLayoutId id="2147484335" r:id="rId27"/>
    <p:sldLayoutId id="2147484326" r:id="rId28"/>
    <p:sldLayoutId id="2147484319" r:id="rId29"/>
    <p:sldLayoutId id="2147484336" r:id="rId30"/>
    <p:sldLayoutId id="2147484337" r:id="rId31"/>
    <p:sldLayoutId id="2147484443" r:id="rId32"/>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4"/>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4"/>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1" userDrawn="1">
          <p15:clr>
            <a:srgbClr val="F26B43"/>
          </p15:clr>
        </p15:guide>
        <p15:guide id="6" pos="1345" userDrawn="1">
          <p15:clr>
            <a:srgbClr val="F26B43"/>
          </p15:clr>
        </p15:guide>
        <p15:guide id="7" pos="1460" userDrawn="1">
          <p15:clr>
            <a:srgbClr val="F26B43"/>
          </p15:clr>
        </p15:guide>
        <p15:guide id="8" pos="1955"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3" userDrawn="1">
          <p15:clr>
            <a:srgbClr val="F26B43"/>
          </p15:clr>
        </p15:guide>
        <p15:guide id="15" pos="3897" userDrawn="1">
          <p15:clr>
            <a:srgbClr val="F26B43"/>
          </p15:clr>
        </p15:guide>
        <p15:guide id="16" pos="4392" userDrawn="1">
          <p15:clr>
            <a:srgbClr val="F26B43"/>
          </p15:clr>
        </p15:guide>
        <p15:guide id="17" pos="4507" userDrawn="1">
          <p15:clr>
            <a:srgbClr val="F26B43"/>
          </p15:clr>
        </p15:guide>
        <p15:guide id="18" pos="5001" userDrawn="1">
          <p15:clr>
            <a:srgbClr val="F26B43"/>
          </p15:clr>
        </p15:guide>
        <p15:guide id="19" pos="5115" userDrawn="1">
          <p15:clr>
            <a:srgbClr val="F26B43"/>
          </p15:clr>
        </p15:guide>
        <p15:guide id="20" pos="5611" userDrawn="1">
          <p15:clr>
            <a:srgbClr val="F26B43"/>
          </p15:clr>
        </p15:guide>
        <p15:guide id="21" pos="5725" userDrawn="1">
          <p15:clr>
            <a:srgbClr val="F26B43"/>
          </p15:clr>
        </p15:guide>
        <p15:guide id="22" pos="6220" userDrawn="1">
          <p15:clr>
            <a:srgbClr val="F26B43"/>
          </p15:clr>
        </p15:guide>
        <p15:guide id="23" pos="6335" userDrawn="1">
          <p15:clr>
            <a:srgbClr val="F26B43"/>
          </p15:clr>
        </p15:guide>
        <p15:guide id="24" pos="6829" userDrawn="1">
          <p15:clr>
            <a:srgbClr val="F26B43"/>
          </p15:clr>
        </p15:guide>
        <p15:guide id="25" pos="6943" userDrawn="1">
          <p15:clr>
            <a:srgbClr val="F26B43"/>
          </p15:clr>
        </p15:guide>
        <p15:guide id="26" pos="7439" userDrawn="1">
          <p15:clr>
            <a:srgbClr val="F26B43"/>
          </p15:clr>
        </p15:guide>
        <p15:guide id="27" pos="3840" userDrawn="1">
          <p15:clr>
            <a:srgbClr val="9FCC3B"/>
          </p15:clr>
        </p15:guide>
        <p15:guide id="28" orient="horz" pos="2160"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315793142"/>
      </p:ext>
    </p:extLst>
  </p:cSld>
  <p:clrMap bg1="lt1" tx1="dk1" bg2="lt2" tx2="dk2" accent1="accent1" accent2="accent2" accent3="accent3" accent4="accent4" accent5="accent5" accent6="accent6" hlink="hlink" folHlink="folHlink"/>
  <p:sldLayoutIdLst>
    <p:sldLayoutId id="2147484446" r:id="rId1"/>
    <p:sldLayoutId id="2147484444" r:id="rId2"/>
    <p:sldLayoutId id="2147484342" r:id="rId3"/>
    <p:sldLayoutId id="2147484344" r:id="rId4"/>
    <p:sldLayoutId id="2147484345" r:id="rId5"/>
    <p:sldLayoutId id="2147484346" r:id="rId6"/>
    <p:sldLayoutId id="2147484347" r:id="rId7"/>
    <p:sldLayoutId id="2147484348" r:id="rId8"/>
    <p:sldLayoutId id="2147484349" r:id="rId9"/>
    <p:sldLayoutId id="2147484350" r:id="rId10"/>
    <p:sldLayoutId id="2147484351" r:id="rId11"/>
    <p:sldLayoutId id="2147484352" r:id="rId12"/>
    <p:sldLayoutId id="2147484353" r:id="rId13"/>
    <p:sldLayoutId id="2147484354" r:id="rId14"/>
    <p:sldLayoutId id="2147484355" r:id="rId15"/>
    <p:sldLayoutId id="2147484356" r:id="rId16"/>
    <p:sldLayoutId id="2147484357" r:id="rId17"/>
    <p:sldLayoutId id="2147484358" r:id="rId18"/>
    <p:sldLayoutId id="2147484359" r:id="rId19"/>
    <p:sldLayoutId id="2147484360" r:id="rId20"/>
    <p:sldLayoutId id="2147484361" r:id="rId21"/>
    <p:sldLayoutId id="2147484362" r:id="rId22"/>
    <p:sldLayoutId id="2147484363" r:id="rId23"/>
    <p:sldLayoutId id="2147484364" r:id="rId24"/>
    <p:sldLayoutId id="2147484365" r:id="rId25"/>
    <p:sldLayoutId id="2147484366" r:id="rId26"/>
    <p:sldLayoutId id="2147484367" r:id="rId27"/>
    <p:sldLayoutId id="2147484368" r:id="rId28"/>
    <p:sldLayoutId id="2147484369" r:id="rId29"/>
    <p:sldLayoutId id="2147484370" r:id="rId30"/>
    <p:sldLayoutId id="2147484371" r:id="rId31"/>
    <p:sldLayoutId id="2147484378" r:id="rId32"/>
    <p:sldLayoutId id="2147484449" r:id="rId33"/>
    <p:sldLayoutId id="2147484445" r:id="rId34"/>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6"/>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6"/>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6"/>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6"/>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105970405"/>
      </p:ext>
    </p:extLst>
  </p:cSld>
  <p:clrMap bg1="lt1" tx1="dk1" bg2="lt2" tx2="dk2" accent1="accent1" accent2="accent2" accent3="accent3" accent4="accent4" accent5="accent5" accent6="accent6" hlink="hlink" folHlink="folHlink"/>
  <p:sldLayoutIdLst>
    <p:sldLayoutId id="2147484448" r:id="rId1"/>
    <p:sldLayoutId id="2147484447" r:id="rId2"/>
    <p:sldLayoutId id="2147484407" r:id="rId3"/>
    <p:sldLayoutId id="2147484408" r:id="rId4"/>
    <p:sldLayoutId id="2147483975" r:id="rId5"/>
    <p:sldLayoutId id="2147484379" r:id="rId6"/>
    <p:sldLayoutId id="2147484380" r:id="rId7"/>
    <p:sldLayoutId id="2147484381" r:id="rId8"/>
    <p:sldLayoutId id="2147484382" r:id="rId9"/>
    <p:sldLayoutId id="2147484383" r:id="rId10"/>
    <p:sldLayoutId id="2147484384" r:id="rId11"/>
    <p:sldLayoutId id="2147484385" r:id="rId12"/>
    <p:sldLayoutId id="2147484386" r:id="rId13"/>
    <p:sldLayoutId id="2147484387" r:id="rId14"/>
    <p:sldLayoutId id="2147484388" r:id="rId15"/>
    <p:sldLayoutId id="2147484389" r:id="rId16"/>
    <p:sldLayoutId id="2147484390" r:id="rId17"/>
    <p:sldLayoutId id="2147484391" r:id="rId18"/>
    <p:sldLayoutId id="2147484392" r:id="rId19"/>
    <p:sldLayoutId id="2147484393" r:id="rId20"/>
    <p:sldLayoutId id="2147484394" r:id="rId21"/>
    <p:sldLayoutId id="2147484395" r:id="rId22"/>
    <p:sldLayoutId id="2147484396" r:id="rId23"/>
    <p:sldLayoutId id="2147484397" r:id="rId24"/>
    <p:sldLayoutId id="2147484398" r:id="rId25"/>
    <p:sldLayoutId id="2147484399" r:id="rId26"/>
    <p:sldLayoutId id="2147484400" r:id="rId27"/>
    <p:sldLayoutId id="2147484401" r:id="rId28"/>
    <p:sldLayoutId id="2147484402" r:id="rId29"/>
    <p:sldLayoutId id="2147484403" r:id="rId30"/>
    <p:sldLayoutId id="2147484404" r:id="rId31"/>
    <p:sldLayoutId id="2147484405" r:id="rId32"/>
    <p:sldLayoutId id="2147484406" r:id="rId33"/>
    <p:sldLayoutId id="2147484013" r:id="rId34"/>
    <p:sldLayoutId id="2147484409" r:id="rId35"/>
    <p:sldLayoutId id="2147484450" r:id="rId36"/>
    <p:sldLayoutId id="2147484451" r:id="rId37"/>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9"/>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9"/>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9"/>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9"/>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206996952"/>
      </p:ext>
    </p:extLst>
  </p:cSld>
  <p:clrMap bg1="lt1" tx1="dk1" bg2="lt2" tx2="dk2" accent1="accent1" accent2="accent2" accent3="accent3" accent4="accent4" accent5="accent5" accent6="accent6" hlink="hlink" folHlink="folHlink"/>
  <p:sldLayoutIdLst>
    <p:sldLayoutId id="2147484452" r:id="rId1"/>
    <p:sldLayoutId id="2147484411" r:id="rId2"/>
    <p:sldLayoutId id="2147484063" r:id="rId3"/>
    <p:sldLayoutId id="2147484412" r:id="rId4"/>
    <p:sldLayoutId id="2147484413" r:id="rId5"/>
    <p:sldLayoutId id="2147484414" r:id="rId6"/>
    <p:sldLayoutId id="2147484415" r:id="rId7"/>
    <p:sldLayoutId id="2147484416" r:id="rId8"/>
    <p:sldLayoutId id="2147484417" r:id="rId9"/>
    <p:sldLayoutId id="2147484418" r:id="rId10"/>
    <p:sldLayoutId id="2147484419" r:id="rId11"/>
    <p:sldLayoutId id="2147484420" r:id="rId12"/>
    <p:sldLayoutId id="2147484421" r:id="rId13"/>
    <p:sldLayoutId id="2147484422" r:id="rId14"/>
    <p:sldLayoutId id="2147484423" r:id="rId15"/>
    <p:sldLayoutId id="2147484424" r:id="rId16"/>
    <p:sldLayoutId id="2147484425" r:id="rId17"/>
    <p:sldLayoutId id="2147484426" r:id="rId18"/>
    <p:sldLayoutId id="2147484427" r:id="rId19"/>
    <p:sldLayoutId id="2147484428" r:id="rId20"/>
    <p:sldLayoutId id="2147484429" r:id="rId21"/>
    <p:sldLayoutId id="2147484430" r:id="rId22"/>
    <p:sldLayoutId id="2147484431" r:id="rId23"/>
    <p:sldLayoutId id="2147484432" r:id="rId24"/>
    <p:sldLayoutId id="2147484433" r:id="rId25"/>
    <p:sldLayoutId id="2147484434" r:id="rId26"/>
    <p:sldLayoutId id="2147484435" r:id="rId27"/>
    <p:sldLayoutId id="2147484436" r:id="rId28"/>
    <p:sldLayoutId id="2147484437" r:id="rId29"/>
    <p:sldLayoutId id="2147484438" r:id="rId30"/>
    <p:sldLayoutId id="2147484087" r:id="rId31"/>
    <p:sldLayoutId id="2147484453" r:id="rId32"/>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4"/>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4"/>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1212112" y="369218"/>
            <a:ext cx="10595713" cy="687615"/>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AF93FCE7-DBB4-9F4D-BD6A-3D02A5FEEA26}"/>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857744936"/>
      </p:ext>
    </p:extLst>
  </p:cSld>
  <p:clrMap bg1="lt1" tx1="dk1" bg2="lt2" tx2="dk2" accent1="accent1" accent2="accent2" accent3="accent3" accent4="accent4" accent5="accent5" accent6="accent6" hlink="hlink" folHlink="folHlink"/>
  <p:sldLayoutIdLst>
    <p:sldLayoutId id="2147484204" r:id="rId1"/>
    <p:sldLayoutId id="2147484205" r:id="rId2"/>
    <p:sldLayoutId id="2147484206" r:id="rId3"/>
    <p:sldLayoutId id="2147484207" r:id="rId4"/>
    <p:sldLayoutId id="2147484208" r:id="rId5"/>
    <p:sldLayoutId id="2147484209" r:id="rId6"/>
    <p:sldLayoutId id="2147484210" r:id="rId7"/>
    <p:sldLayoutId id="2147484216" r:id="rId8"/>
    <p:sldLayoutId id="2147484217" r:id="rId9"/>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13"/>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13"/>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13"/>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13"/>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58BAB-31D7-48C5-AF25-05D529D92CFD}"/>
              </a:ext>
            </a:extLst>
          </p:cNvPr>
          <p:cNvSpPr>
            <a:spLocks noGrp="1"/>
          </p:cNvSpPr>
          <p:nvPr>
            <p:ph type="ctrTitle"/>
          </p:nvPr>
        </p:nvSpPr>
        <p:spPr>
          <a:xfrm>
            <a:off x="384784" y="2937322"/>
            <a:ext cx="7799845" cy="2431485"/>
          </a:xfrm>
        </p:spPr>
        <p:txBody>
          <a:bodyPr/>
          <a:lstStyle/>
          <a:p>
            <a:r>
              <a:rPr lang="en-GB" dirty="0"/>
              <a:t>Communication</a:t>
            </a:r>
            <a:br>
              <a:rPr lang="en-GB" dirty="0"/>
            </a:br>
            <a:r>
              <a:rPr lang="en-GB" dirty="0"/>
              <a:t>Docker Networking</a:t>
            </a:r>
          </a:p>
        </p:txBody>
      </p:sp>
    </p:spTree>
    <p:extLst>
      <p:ext uri="{BB962C8B-B14F-4D97-AF65-F5344CB8AC3E}">
        <p14:creationId xmlns:p14="http://schemas.microsoft.com/office/powerpoint/2010/main" val="28782228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B298B9C-0185-40ED-B53A-FB3B0E848E89}"/>
              </a:ext>
            </a:extLst>
          </p:cNvPr>
          <p:cNvSpPr>
            <a:spLocks noGrp="1"/>
          </p:cNvSpPr>
          <p:nvPr>
            <p:ph type="body" sz="quarter" idx="10"/>
          </p:nvPr>
        </p:nvSpPr>
        <p:spPr/>
        <p:txBody>
          <a:bodyPr/>
          <a:lstStyle/>
          <a:p>
            <a:r>
              <a:rPr lang="en-GB" sz="3200" dirty="0"/>
              <a:t>Docker communication</a:t>
            </a:r>
          </a:p>
        </p:txBody>
      </p:sp>
      <p:sp>
        <p:nvSpPr>
          <p:cNvPr id="3" name="Text Placeholder 2">
            <a:extLst>
              <a:ext uri="{FF2B5EF4-FFF2-40B4-BE49-F238E27FC236}">
                <a16:creationId xmlns:a16="http://schemas.microsoft.com/office/drawing/2014/main" id="{3575D989-3180-4E1E-A3A8-457A7A0FFB27}"/>
              </a:ext>
            </a:extLst>
          </p:cNvPr>
          <p:cNvSpPr>
            <a:spLocks noGrp="1"/>
          </p:cNvSpPr>
          <p:nvPr>
            <p:ph type="body" sz="quarter" idx="15"/>
          </p:nvPr>
        </p:nvSpPr>
        <p:spPr>
          <a:xfrm>
            <a:off x="4878474" y="551189"/>
            <a:ext cx="6770688" cy="4544686"/>
          </a:xfrm>
        </p:spPr>
        <p:txBody>
          <a:bodyPr anchor="ctr"/>
          <a:lstStyle/>
          <a:p>
            <a:pPr marL="342900" indent="-342900" algn="l">
              <a:buFont typeface="Arial" panose="020B0604020202020204" pitchFamily="34" charset="0"/>
              <a:buChar char="•"/>
            </a:pPr>
            <a:r>
              <a:rPr lang="en-GB" sz="2400" b="0" i="0" dirty="0">
                <a:solidFill>
                  <a:srgbClr val="0D0D0D"/>
                </a:solidFill>
                <a:effectLst/>
                <a:highlight>
                  <a:srgbClr val="FFFFFF"/>
                </a:highlight>
                <a:latin typeface="Söhne"/>
              </a:rPr>
              <a:t>Communication is vital for containers to interact with each other and external systems.</a:t>
            </a:r>
          </a:p>
          <a:p>
            <a:pPr marL="342900" indent="-342900" algn="l">
              <a:buFont typeface="Arial" panose="020B0604020202020204" pitchFamily="34" charset="0"/>
              <a:buChar char="•"/>
            </a:pPr>
            <a:endParaRPr lang="en-GB" sz="2400" dirty="0">
              <a:solidFill>
                <a:srgbClr val="0D0D0D"/>
              </a:solidFill>
              <a:highlight>
                <a:srgbClr val="FFFFFF"/>
              </a:highlight>
              <a:latin typeface="Söhne"/>
            </a:endParaRPr>
          </a:p>
          <a:p>
            <a:pPr marL="342900" indent="-342900" algn="l">
              <a:buFont typeface="Arial" panose="020B0604020202020204" pitchFamily="34" charset="0"/>
              <a:buChar char="•"/>
            </a:pPr>
            <a:r>
              <a:rPr lang="en-GB" sz="2400" dirty="0">
                <a:solidFill>
                  <a:srgbClr val="0D0D0D"/>
                </a:solidFill>
                <a:highlight>
                  <a:srgbClr val="FFFFFF"/>
                </a:highlight>
                <a:latin typeface="Söhne"/>
              </a:rPr>
              <a:t>You can create a network between your dockers</a:t>
            </a:r>
          </a:p>
          <a:p>
            <a:pPr marL="342900" indent="-342900" algn="l">
              <a:buFont typeface="Arial" panose="020B0604020202020204" pitchFamily="34" charset="0"/>
              <a:buChar char="•"/>
            </a:pPr>
            <a:endParaRPr lang="en-GB" sz="2400" dirty="0">
              <a:solidFill>
                <a:srgbClr val="0D0D0D"/>
              </a:solidFill>
              <a:highlight>
                <a:srgbClr val="FFFFFF"/>
              </a:highlight>
              <a:latin typeface="Söhne"/>
            </a:endParaRPr>
          </a:p>
          <a:p>
            <a:pPr marL="342900" indent="-342900" algn="l">
              <a:buFont typeface="Arial" panose="020B0604020202020204" pitchFamily="34" charset="0"/>
              <a:buChar char="•"/>
            </a:pPr>
            <a:r>
              <a:rPr lang="en-GB" sz="2400" dirty="0">
                <a:solidFill>
                  <a:srgbClr val="0D0D0D"/>
                </a:solidFill>
                <a:highlight>
                  <a:srgbClr val="FFFFFF"/>
                </a:highlight>
                <a:latin typeface="Söhne"/>
              </a:rPr>
              <a:t>Enables each docker to call other dockers’ APIs</a:t>
            </a:r>
          </a:p>
          <a:p>
            <a:pPr marL="342900" indent="-342900" algn="l">
              <a:buFont typeface="Arial" panose="020B0604020202020204" pitchFamily="34" charset="0"/>
              <a:buChar char="•"/>
            </a:pPr>
            <a:endParaRPr lang="en-GB" sz="2400" dirty="0">
              <a:solidFill>
                <a:srgbClr val="0D0D0D"/>
              </a:solidFill>
              <a:highlight>
                <a:srgbClr val="FFFFFF"/>
              </a:highlight>
              <a:latin typeface="Söhne"/>
            </a:endParaRPr>
          </a:p>
          <a:p>
            <a:pPr marL="342900" indent="-342900" algn="l">
              <a:buFont typeface="Arial" panose="020B0604020202020204" pitchFamily="34" charset="0"/>
              <a:buChar char="•"/>
            </a:pPr>
            <a:r>
              <a:rPr lang="en-GB" sz="2400" dirty="0">
                <a:solidFill>
                  <a:srgbClr val="0D0D0D"/>
                </a:solidFill>
                <a:highlight>
                  <a:srgbClr val="FFFFFF"/>
                </a:highlight>
                <a:latin typeface="Söhne"/>
              </a:rPr>
              <a:t>Vital mechanism for Microservices </a:t>
            </a:r>
            <a:endParaRPr lang="en-GB" sz="2400" b="0" i="0" dirty="0">
              <a:solidFill>
                <a:srgbClr val="0D0D0D"/>
              </a:solidFill>
              <a:effectLst/>
              <a:highlight>
                <a:srgbClr val="FFFFFF"/>
              </a:highlight>
              <a:latin typeface="Söhne"/>
            </a:endParaRPr>
          </a:p>
        </p:txBody>
      </p:sp>
      <p:sp>
        <p:nvSpPr>
          <p:cNvPr id="4" name="Slide Number Placeholder 3">
            <a:extLst>
              <a:ext uri="{FF2B5EF4-FFF2-40B4-BE49-F238E27FC236}">
                <a16:creationId xmlns:a16="http://schemas.microsoft.com/office/drawing/2014/main" id="{5ED85C47-3BA5-4FA2-B72E-325CE4C7B3EC}"/>
              </a:ext>
            </a:extLst>
          </p:cNvPr>
          <p:cNvSpPr>
            <a:spLocks noGrp="1"/>
          </p:cNvSpPr>
          <p:nvPr>
            <p:ph type="sldNum" sz="quarter" idx="4"/>
          </p:nvPr>
        </p:nvSpPr>
        <p:spPr/>
        <p:txBody>
          <a:bodyPr/>
          <a:lstStyle/>
          <a:p>
            <a:fld id="{EF892D59-8F09-EF4B-AD6D-DA609442F868}" type="slidenum">
              <a:rPr lang="en-GB" smtClean="0"/>
              <a:pPr/>
              <a:t>2</a:t>
            </a:fld>
            <a:endParaRPr lang="en-GB"/>
          </a:p>
        </p:txBody>
      </p:sp>
    </p:spTree>
    <p:extLst>
      <p:ext uri="{BB962C8B-B14F-4D97-AF65-F5344CB8AC3E}">
        <p14:creationId xmlns:p14="http://schemas.microsoft.com/office/powerpoint/2010/main" val="190703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004BD51-B651-BC3F-E851-5921DDF638B5}"/>
              </a:ext>
            </a:extLst>
          </p:cNvPr>
          <p:cNvSpPr>
            <a:spLocks noGrp="1"/>
          </p:cNvSpPr>
          <p:nvPr>
            <p:ph type="body" sz="quarter" idx="10"/>
          </p:nvPr>
        </p:nvSpPr>
        <p:spPr/>
        <p:txBody>
          <a:bodyPr/>
          <a:lstStyle/>
          <a:p>
            <a:endParaRPr lang="en-GB" dirty="0">
              <a:solidFill>
                <a:srgbClr val="0D0D0D"/>
              </a:solidFill>
              <a:highlight>
                <a:srgbClr val="FFFFFF"/>
              </a:highlight>
              <a:latin typeface="Söhne"/>
            </a:endParaRPr>
          </a:p>
          <a:p>
            <a:endParaRPr lang="en-GB" dirty="0"/>
          </a:p>
        </p:txBody>
      </p:sp>
      <p:sp>
        <p:nvSpPr>
          <p:cNvPr id="3" name="Text Placeholder 2">
            <a:extLst>
              <a:ext uri="{FF2B5EF4-FFF2-40B4-BE49-F238E27FC236}">
                <a16:creationId xmlns:a16="http://schemas.microsoft.com/office/drawing/2014/main" id="{91030D40-B0C7-EDC4-99E8-F6BB8595EBBE}"/>
              </a:ext>
            </a:extLst>
          </p:cNvPr>
          <p:cNvSpPr>
            <a:spLocks noGrp="1"/>
          </p:cNvSpPr>
          <p:nvPr>
            <p:ph type="body" sz="quarter" idx="15"/>
          </p:nvPr>
        </p:nvSpPr>
        <p:spPr>
          <a:xfrm>
            <a:off x="4544886" y="435586"/>
            <a:ext cx="7262329" cy="5119407"/>
          </a:xfrm>
        </p:spPr>
        <p:txBody>
          <a:bodyPr/>
          <a:lstStyle/>
          <a:p>
            <a:r>
              <a:rPr lang="en-GB" b="1" dirty="0"/>
              <a:t>Several form of networks can be set up </a:t>
            </a:r>
          </a:p>
          <a:p>
            <a:endParaRPr lang="en-GB" dirty="0"/>
          </a:p>
          <a:p>
            <a:pPr marL="285750" indent="-285750" algn="l">
              <a:buFont typeface="Arial" panose="020B0604020202020204" pitchFamily="34" charset="0"/>
              <a:buChar char="•"/>
            </a:pPr>
            <a:r>
              <a:rPr lang="en-GB" sz="2200" b="1" i="0" dirty="0">
                <a:solidFill>
                  <a:srgbClr val="0D0D0D"/>
                </a:solidFill>
                <a:effectLst/>
                <a:highlight>
                  <a:srgbClr val="FFFFFF"/>
                </a:highlight>
                <a:latin typeface="Söhne"/>
              </a:rPr>
              <a:t>Bridge Networks:</a:t>
            </a:r>
          </a:p>
          <a:p>
            <a:pPr marL="742950" lvl="1" indent="-285750" algn="l">
              <a:buFont typeface="Arial" panose="020B0604020202020204" pitchFamily="34" charset="0"/>
              <a:buChar char="•"/>
            </a:pPr>
            <a:r>
              <a:rPr lang="en-GB" sz="2200" b="0" i="0" dirty="0">
                <a:solidFill>
                  <a:srgbClr val="0D0D0D"/>
                </a:solidFill>
                <a:effectLst/>
                <a:highlight>
                  <a:srgbClr val="FFFFFF"/>
                </a:highlight>
                <a:latin typeface="Söhne"/>
              </a:rPr>
              <a:t>Default mode in Docker.</a:t>
            </a:r>
          </a:p>
          <a:p>
            <a:pPr marL="742950" lvl="1" indent="-285750" algn="l">
              <a:buFont typeface="Arial" panose="020B0604020202020204" pitchFamily="34" charset="0"/>
              <a:buChar char="•"/>
            </a:pPr>
            <a:r>
              <a:rPr lang="en-GB" sz="2200" b="0" i="0" dirty="0">
                <a:solidFill>
                  <a:srgbClr val="0D0D0D"/>
                </a:solidFill>
                <a:effectLst/>
                <a:highlight>
                  <a:srgbClr val="FFFFFF"/>
                </a:highlight>
                <a:latin typeface="Söhne"/>
              </a:rPr>
              <a:t>Allows communication between containers on the same Docker host.</a:t>
            </a:r>
            <a:br>
              <a:rPr lang="en-GB" sz="2200" b="0" i="0" dirty="0">
                <a:solidFill>
                  <a:srgbClr val="0D0D0D"/>
                </a:solidFill>
                <a:effectLst/>
                <a:highlight>
                  <a:srgbClr val="FFFFFF"/>
                </a:highlight>
                <a:latin typeface="Söhne"/>
              </a:rPr>
            </a:br>
            <a:endParaRPr lang="en-GB" sz="2200" b="0" i="0" dirty="0">
              <a:solidFill>
                <a:srgbClr val="0D0D0D"/>
              </a:solidFill>
              <a:effectLst/>
              <a:highlight>
                <a:srgbClr val="FFFFFF"/>
              </a:highlight>
              <a:latin typeface="Söhne"/>
            </a:endParaRPr>
          </a:p>
          <a:p>
            <a:pPr marL="285750" indent="-285750" algn="l">
              <a:buFont typeface="Arial" panose="020B0604020202020204" pitchFamily="34" charset="0"/>
              <a:buChar char="•"/>
            </a:pPr>
            <a:r>
              <a:rPr lang="en-GB" sz="2200" b="1" i="0" dirty="0">
                <a:solidFill>
                  <a:srgbClr val="0D0D0D"/>
                </a:solidFill>
                <a:effectLst/>
                <a:highlight>
                  <a:srgbClr val="FFFFFF"/>
                </a:highlight>
                <a:latin typeface="Söhne"/>
              </a:rPr>
              <a:t>Overlay Networks:</a:t>
            </a:r>
          </a:p>
          <a:p>
            <a:pPr marL="742950" lvl="1" indent="-285750" algn="l">
              <a:buFont typeface="Arial" panose="020B0604020202020204" pitchFamily="34" charset="0"/>
              <a:buChar char="•"/>
            </a:pPr>
            <a:r>
              <a:rPr lang="en-GB" sz="2200" b="0" i="0" dirty="0">
                <a:solidFill>
                  <a:srgbClr val="0D0D0D"/>
                </a:solidFill>
                <a:effectLst/>
                <a:highlight>
                  <a:srgbClr val="FFFFFF"/>
                </a:highlight>
                <a:latin typeface="Söhne"/>
              </a:rPr>
              <a:t>Extends communication across multiple Docker hosts.</a:t>
            </a:r>
          </a:p>
          <a:p>
            <a:pPr marL="742950" lvl="1" indent="-285750" algn="l">
              <a:buFont typeface="Arial" panose="020B0604020202020204" pitchFamily="34" charset="0"/>
              <a:buChar char="•"/>
            </a:pPr>
            <a:r>
              <a:rPr lang="en-GB" sz="2200" b="0" i="0" dirty="0">
                <a:solidFill>
                  <a:srgbClr val="0D0D0D"/>
                </a:solidFill>
                <a:effectLst/>
                <a:highlight>
                  <a:srgbClr val="FFFFFF"/>
                </a:highlight>
                <a:latin typeface="Söhne"/>
              </a:rPr>
              <a:t>Enables communication between containers on different hosts.</a:t>
            </a:r>
          </a:p>
          <a:p>
            <a:endParaRPr lang="en-GB" dirty="0"/>
          </a:p>
        </p:txBody>
      </p:sp>
      <p:sp>
        <p:nvSpPr>
          <p:cNvPr id="4" name="Slide Number Placeholder 3">
            <a:extLst>
              <a:ext uri="{FF2B5EF4-FFF2-40B4-BE49-F238E27FC236}">
                <a16:creationId xmlns:a16="http://schemas.microsoft.com/office/drawing/2014/main" id="{EF1A170B-22E9-B4DA-F853-3686C303BE42}"/>
              </a:ext>
            </a:extLst>
          </p:cNvPr>
          <p:cNvSpPr>
            <a:spLocks noGrp="1"/>
          </p:cNvSpPr>
          <p:nvPr>
            <p:ph type="sldNum" sz="quarter" idx="4"/>
          </p:nvPr>
        </p:nvSpPr>
        <p:spPr/>
        <p:txBody>
          <a:bodyPr/>
          <a:lstStyle/>
          <a:p>
            <a:fld id="{EF892D59-8F09-EF4B-AD6D-DA609442F868}" type="slidenum">
              <a:rPr lang="en-GB" smtClean="0"/>
              <a:pPr/>
              <a:t>3</a:t>
            </a:fld>
            <a:endParaRPr lang="en-GB"/>
          </a:p>
        </p:txBody>
      </p:sp>
      <p:sp>
        <p:nvSpPr>
          <p:cNvPr id="5" name="Text Placeholder 1">
            <a:extLst>
              <a:ext uri="{FF2B5EF4-FFF2-40B4-BE49-F238E27FC236}">
                <a16:creationId xmlns:a16="http://schemas.microsoft.com/office/drawing/2014/main" id="{2761E0CF-B1CA-DB23-3656-69157DB4E831}"/>
              </a:ext>
            </a:extLst>
          </p:cNvPr>
          <p:cNvSpPr txBox="1">
            <a:spLocks/>
          </p:cNvSpPr>
          <p:nvPr/>
        </p:nvSpPr>
        <p:spPr>
          <a:xfrm>
            <a:off x="212035" y="1502385"/>
            <a:ext cx="3768882" cy="2751999"/>
          </a:xfrm>
          <a:prstGeom prst="rect">
            <a:avLst/>
          </a:prstGeom>
        </p:spPr>
        <p:txBody>
          <a:bodyPr vert="horz" lIns="0" tIns="0" rIns="0" bIns="0" rtlCol="0" anchor="t" anchorCtr="0">
            <a:noAutofit/>
          </a:bodyPr>
          <a:lstStyle>
            <a:lvl1pPr marL="0" indent="0" algn="l" defTabSz="914377" rtl="0" eaLnBrk="1" latinLnBrk="0" hangingPunct="1">
              <a:lnSpc>
                <a:spcPct val="100000"/>
              </a:lnSpc>
              <a:spcBef>
                <a:spcPts val="0"/>
              </a:spcBef>
              <a:spcAft>
                <a:spcPts val="0"/>
              </a:spcAft>
              <a:buSzPct val="115000"/>
              <a:buFont typeface="Arial" panose="020B0604020202020204" pitchFamily="34" charset="0"/>
              <a:buNone/>
              <a:defRPr sz="3600" b="0" i="0" kern="1200" cap="all" baseline="0">
                <a:solidFill>
                  <a:srgbClr val="0BEEB7"/>
                </a:solidFill>
                <a:latin typeface="Montserrat Black" panose="00000A00000000000000" pitchFamily="2" charset="0"/>
                <a:ea typeface="+mn-ea"/>
                <a:cs typeface="+mn-cs"/>
              </a:defRPr>
            </a:lvl1pPr>
            <a:lvl2pPr marL="0" indent="0" algn="l" defTabSz="914377" rtl="0" eaLnBrk="1" latinLnBrk="0" hangingPunct="1">
              <a:lnSpc>
                <a:spcPct val="100000"/>
              </a:lnSpc>
              <a:spcBef>
                <a:spcPts val="0"/>
              </a:spcBef>
              <a:spcAft>
                <a:spcPts val="651"/>
              </a:spcAft>
              <a:buSzPct val="125000"/>
              <a:buFont typeface="Arial" panose="020B0604020202020204" pitchFamily="34" charset="0"/>
              <a:buNone/>
              <a:tabLst/>
              <a:defRPr sz="1800" b="0" kern="1200">
                <a:solidFill>
                  <a:schemeClr val="tx1"/>
                </a:solidFill>
                <a:latin typeface="Montserrat" pitchFamily="2" charset="77"/>
                <a:ea typeface="+mn-ea"/>
                <a:cs typeface="+mn-cs"/>
              </a:defRPr>
            </a:lvl2pPr>
            <a:lvl3pPr marL="0" indent="0" algn="l" defTabSz="914377" rtl="0" eaLnBrk="1" latinLnBrk="0" hangingPunct="1">
              <a:lnSpc>
                <a:spcPct val="100000"/>
              </a:lnSpc>
              <a:spcBef>
                <a:spcPts val="0"/>
              </a:spcBef>
              <a:spcAft>
                <a:spcPts val="651"/>
              </a:spcAft>
              <a:buSzPct val="120000"/>
              <a:buFont typeface="Arial" panose="020B0604020202020204" pitchFamily="34" charset="0"/>
              <a:buNone/>
              <a:tabLst/>
              <a:defRPr sz="1800" b="0" i="0" kern="1200">
                <a:solidFill>
                  <a:schemeClr val="tx1"/>
                </a:solidFill>
                <a:latin typeface="Montserrat" pitchFamily="2" charset="77"/>
                <a:ea typeface="+mn-ea"/>
                <a:cs typeface="+mn-cs"/>
              </a:defRPr>
            </a:lvl3pPr>
            <a:lvl4pPr marL="0" indent="0" algn="l" defTabSz="914377" rtl="0" eaLnBrk="1" latinLnBrk="0" hangingPunct="1">
              <a:lnSpc>
                <a:spcPct val="100000"/>
              </a:lnSpc>
              <a:spcBef>
                <a:spcPts val="0"/>
              </a:spcBef>
              <a:spcAft>
                <a:spcPts val="651"/>
              </a:spcAft>
              <a:buSzPct val="120000"/>
              <a:buFont typeface="Arial" panose="020B0604020202020204" pitchFamily="34" charset="0"/>
              <a:buNone/>
              <a:tabLst/>
              <a:defRPr sz="1800" b="0" kern="1200">
                <a:solidFill>
                  <a:schemeClr val="tx1"/>
                </a:solidFill>
                <a:latin typeface="Montserrat" pitchFamily="2" charset="77"/>
                <a:ea typeface="+mn-ea"/>
                <a:cs typeface="+mn-cs"/>
              </a:defRPr>
            </a:lvl4pPr>
            <a:lvl5pPr marL="0" indent="0" algn="l" defTabSz="914377" rtl="0" eaLnBrk="1" latinLnBrk="0" hangingPunct="1">
              <a:lnSpc>
                <a:spcPct val="100000"/>
              </a:lnSpc>
              <a:spcBef>
                <a:spcPts val="0"/>
              </a:spcBef>
              <a:spcAft>
                <a:spcPts val="651"/>
              </a:spcAft>
              <a:buSzPct val="125000"/>
              <a:buFont typeface="Arial" panose="020B0604020202020204" pitchFamily="34" charset="0"/>
              <a:buNone/>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800" dirty="0"/>
              <a:t>Communication Modes</a:t>
            </a:r>
          </a:p>
        </p:txBody>
      </p:sp>
    </p:spTree>
    <p:extLst>
      <p:ext uri="{BB962C8B-B14F-4D97-AF65-F5344CB8AC3E}">
        <p14:creationId xmlns:p14="http://schemas.microsoft.com/office/powerpoint/2010/main" val="26159685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004BD51-B651-BC3F-E851-5921DDF638B5}"/>
              </a:ext>
            </a:extLst>
          </p:cNvPr>
          <p:cNvSpPr>
            <a:spLocks noGrp="1"/>
          </p:cNvSpPr>
          <p:nvPr>
            <p:ph type="body" sz="quarter" idx="10"/>
          </p:nvPr>
        </p:nvSpPr>
        <p:spPr/>
        <p:txBody>
          <a:bodyPr/>
          <a:lstStyle/>
          <a:p>
            <a:endParaRPr lang="en-GB" dirty="0">
              <a:solidFill>
                <a:srgbClr val="0D0D0D"/>
              </a:solidFill>
              <a:highlight>
                <a:srgbClr val="FFFFFF"/>
              </a:highlight>
              <a:latin typeface="Söhne"/>
            </a:endParaRPr>
          </a:p>
          <a:p>
            <a:endParaRPr lang="en-GB" dirty="0"/>
          </a:p>
        </p:txBody>
      </p:sp>
      <p:sp>
        <p:nvSpPr>
          <p:cNvPr id="3" name="Text Placeholder 2">
            <a:extLst>
              <a:ext uri="{FF2B5EF4-FFF2-40B4-BE49-F238E27FC236}">
                <a16:creationId xmlns:a16="http://schemas.microsoft.com/office/drawing/2014/main" id="{91030D40-B0C7-EDC4-99E8-F6BB8595EBBE}"/>
              </a:ext>
            </a:extLst>
          </p:cNvPr>
          <p:cNvSpPr>
            <a:spLocks noGrp="1"/>
          </p:cNvSpPr>
          <p:nvPr>
            <p:ph type="body" sz="quarter" idx="15"/>
          </p:nvPr>
        </p:nvSpPr>
        <p:spPr>
          <a:xfrm>
            <a:off x="4544886" y="435586"/>
            <a:ext cx="7262329" cy="5119407"/>
          </a:xfrm>
        </p:spPr>
        <p:txBody>
          <a:bodyPr/>
          <a:lstStyle/>
          <a:p>
            <a:r>
              <a:rPr lang="en-GB" b="1" dirty="0"/>
              <a:t>Networking… </a:t>
            </a:r>
          </a:p>
          <a:p>
            <a:endParaRPr lang="en-GB" dirty="0"/>
          </a:p>
          <a:p>
            <a:pPr marL="342900" indent="-342900" algn="l">
              <a:buFont typeface="Arial" panose="020B0604020202020204" pitchFamily="34" charset="0"/>
              <a:buChar char="•"/>
            </a:pPr>
            <a:r>
              <a:rPr lang="en-GB" sz="2200" b="1" i="0" dirty="0">
                <a:solidFill>
                  <a:srgbClr val="0D0D0D"/>
                </a:solidFill>
                <a:effectLst/>
                <a:highlight>
                  <a:srgbClr val="FFFFFF"/>
                </a:highlight>
                <a:latin typeface="Söhne"/>
              </a:rPr>
              <a:t>Host Networks:</a:t>
            </a:r>
          </a:p>
          <a:p>
            <a:pPr marL="742950" lvl="1" indent="-285750" algn="l">
              <a:buFont typeface="Arial" panose="020B0604020202020204" pitchFamily="34" charset="0"/>
              <a:buChar char="•"/>
            </a:pPr>
            <a:r>
              <a:rPr lang="en-GB" sz="2200" b="0" i="0" dirty="0">
                <a:solidFill>
                  <a:srgbClr val="0D0D0D"/>
                </a:solidFill>
                <a:effectLst/>
                <a:highlight>
                  <a:srgbClr val="FFFFFF"/>
                </a:highlight>
                <a:latin typeface="Söhne"/>
              </a:rPr>
              <a:t>Containers directly access the networking stack of the Docker host.</a:t>
            </a:r>
          </a:p>
          <a:p>
            <a:pPr marL="742950" lvl="1" indent="-285750" algn="l">
              <a:buFont typeface="Arial" panose="020B0604020202020204" pitchFamily="34" charset="0"/>
              <a:buChar char="•"/>
            </a:pPr>
            <a:r>
              <a:rPr lang="en-GB" sz="2200" b="0" i="0" dirty="0">
                <a:solidFill>
                  <a:srgbClr val="0D0D0D"/>
                </a:solidFill>
                <a:effectLst/>
                <a:highlight>
                  <a:srgbClr val="FFFFFF"/>
                </a:highlight>
                <a:latin typeface="Söhne"/>
              </a:rPr>
              <a:t>Bypasses Docker's network isolation.</a:t>
            </a:r>
            <a:br>
              <a:rPr lang="en-GB" sz="2200" b="0" i="0" dirty="0">
                <a:solidFill>
                  <a:srgbClr val="0D0D0D"/>
                </a:solidFill>
                <a:effectLst/>
                <a:highlight>
                  <a:srgbClr val="FFFFFF"/>
                </a:highlight>
                <a:latin typeface="Söhne"/>
              </a:rPr>
            </a:br>
            <a:endParaRPr lang="en-GB" sz="2200" b="0" i="0" dirty="0">
              <a:solidFill>
                <a:srgbClr val="0D0D0D"/>
              </a:solidFill>
              <a:effectLst/>
              <a:highlight>
                <a:srgbClr val="FFFFFF"/>
              </a:highlight>
              <a:latin typeface="Söhne"/>
            </a:endParaRPr>
          </a:p>
          <a:p>
            <a:pPr marL="620104" indent="-342900">
              <a:buFont typeface="Arial" panose="020B0604020202020204" pitchFamily="34" charset="0"/>
              <a:buChar char="•"/>
            </a:pPr>
            <a:endParaRPr lang="en-GB" sz="2200" b="1" dirty="0">
              <a:solidFill>
                <a:srgbClr val="0D0D0D"/>
              </a:solidFill>
              <a:highlight>
                <a:srgbClr val="FFFFFF"/>
              </a:highlight>
              <a:latin typeface="Söhne"/>
            </a:endParaRPr>
          </a:p>
          <a:p>
            <a:pPr marL="620104" indent="-342900">
              <a:buFont typeface="Arial" panose="020B0604020202020204" pitchFamily="34" charset="0"/>
              <a:buChar char="•"/>
            </a:pPr>
            <a:r>
              <a:rPr lang="en-GB" sz="2200" b="1" dirty="0">
                <a:solidFill>
                  <a:srgbClr val="0D0D0D"/>
                </a:solidFill>
                <a:highlight>
                  <a:srgbClr val="FFFFFF"/>
                </a:highlight>
                <a:latin typeface="Söhne"/>
              </a:rPr>
              <a:t>External communication is done via port mapping</a:t>
            </a:r>
            <a:endParaRPr lang="en-GB" sz="2200" b="1" i="0" dirty="0">
              <a:solidFill>
                <a:srgbClr val="0D0D0D"/>
              </a:solidFill>
              <a:effectLst/>
              <a:highlight>
                <a:srgbClr val="FFFFFF"/>
              </a:highlight>
              <a:latin typeface="Söhne"/>
            </a:endParaRPr>
          </a:p>
          <a:p>
            <a:endParaRPr lang="en-GB" dirty="0"/>
          </a:p>
        </p:txBody>
      </p:sp>
      <p:sp>
        <p:nvSpPr>
          <p:cNvPr id="4" name="Slide Number Placeholder 3">
            <a:extLst>
              <a:ext uri="{FF2B5EF4-FFF2-40B4-BE49-F238E27FC236}">
                <a16:creationId xmlns:a16="http://schemas.microsoft.com/office/drawing/2014/main" id="{EF1A170B-22E9-B4DA-F853-3686C303BE42}"/>
              </a:ext>
            </a:extLst>
          </p:cNvPr>
          <p:cNvSpPr>
            <a:spLocks noGrp="1"/>
          </p:cNvSpPr>
          <p:nvPr>
            <p:ph type="sldNum" sz="quarter" idx="4"/>
          </p:nvPr>
        </p:nvSpPr>
        <p:spPr/>
        <p:txBody>
          <a:bodyPr/>
          <a:lstStyle/>
          <a:p>
            <a:fld id="{EF892D59-8F09-EF4B-AD6D-DA609442F868}" type="slidenum">
              <a:rPr lang="en-GB" smtClean="0"/>
              <a:pPr/>
              <a:t>4</a:t>
            </a:fld>
            <a:endParaRPr lang="en-GB"/>
          </a:p>
        </p:txBody>
      </p:sp>
      <p:sp>
        <p:nvSpPr>
          <p:cNvPr id="5" name="Text Placeholder 1">
            <a:extLst>
              <a:ext uri="{FF2B5EF4-FFF2-40B4-BE49-F238E27FC236}">
                <a16:creationId xmlns:a16="http://schemas.microsoft.com/office/drawing/2014/main" id="{2761E0CF-B1CA-DB23-3656-69157DB4E831}"/>
              </a:ext>
            </a:extLst>
          </p:cNvPr>
          <p:cNvSpPr txBox="1">
            <a:spLocks/>
          </p:cNvSpPr>
          <p:nvPr/>
        </p:nvSpPr>
        <p:spPr>
          <a:xfrm>
            <a:off x="212035" y="1502385"/>
            <a:ext cx="3768882" cy="2751999"/>
          </a:xfrm>
          <a:prstGeom prst="rect">
            <a:avLst/>
          </a:prstGeom>
        </p:spPr>
        <p:txBody>
          <a:bodyPr vert="horz" lIns="0" tIns="0" rIns="0" bIns="0" rtlCol="0" anchor="t" anchorCtr="0">
            <a:noAutofit/>
          </a:bodyPr>
          <a:lstStyle>
            <a:lvl1pPr marL="0" indent="0" algn="l" defTabSz="914377" rtl="0" eaLnBrk="1" latinLnBrk="0" hangingPunct="1">
              <a:lnSpc>
                <a:spcPct val="100000"/>
              </a:lnSpc>
              <a:spcBef>
                <a:spcPts val="0"/>
              </a:spcBef>
              <a:spcAft>
                <a:spcPts val="0"/>
              </a:spcAft>
              <a:buSzPct val="115000"/>
              <a:buFont typeface="Arial" panose="020B0604020202020204" pitchFamily="34" charset="0"/>
              <a:buNone/>
              <a:defRPr sz="3600" b="0" i="0" kern="1200" cap="all" baseline="0">
                <a:solidFill>
                  <a:srgbClr val="0BEEB7"/>
                </a:solidFill>
                <a:latin typeface="Montserrat Black" panose="00000A00000000000000" pitchFamily="2" charset="0"/>
                <a:ea typeface="+mn-ea"/>
                <a:cs typeface="+mn-cs"/>
              </a:defRPr>
            </a:lvl1pPr>
            <a:lvl2pPr marL="0" indent="0" algn="l" defTabSz="914377" rtl="0" eaLnBrk="1" latinLnBrk="0" hangingPunct="1">
              <a:lnSpc>
                <a:spcPct val="100000"/>
              </a:lnSpc>
              <a:spcBef>
                <a:spcPts val="0"/>
              </a:spcBef>
              <a:spcAft>
                <a:spcPts val="651"/>
              </a:spcAft>
              <a:buSzPct val="125000"/>
              <a:buFont typeface="Arial" panose="020B0604020202020204" pitchFamily="34" charset="0"/>
              <a:buNone/>
              <a:tabLst/>
              <a:defRPr sz="1800" b="0" kern="1200">
                <a:solidFill>
                  <a:schemeClr val="tx1"/>
                </a:solidFill>
                <a:latin typeface="Montserrat" pitchFamily="2" charset="77"/>
                <a:ea typeface="+mn-ea"/>
                <a:cs typeface="+mn-cs"/>
              </a:defRPr>
            </a:lvl2pPr>
            <a:lvl3pPr marL="0" indent="0" algn="l" defTabSz="914377" rtl="0" eaLnBrk="1" latinLnBrk="0" hangingPunct="1">
              <a:lnSpc>
                <a:spcPct val="100000"/>
              </a:lnSpc>
              <a:spcBef>
                <a:spcPts val="0"/>
              </a:spcBef>
              <a:spcAft>
                <a:spcPts val="651"/>
              </a:spcAft>
              <a:buSzPct val="120000"/>
              <a:buFont typeface="Arial" panose="020B0604020202020204" pitchFamily="34" charset="0"/>
              <a:buNone/>
              <a:tabLst/>
              <a:defRPr sz="1800" b="0" i="0" kern="1200">
                <a:solidFill>
                  <a:schemeClr val="tx1"/>
                </a:solidFill>
                <a:latin typeface="Montserrat" pitchFamily="2" charset="77"/>
                <a:ea typeface="+mn-ea"/>
                <a:cs typeface="+mn-cs"/>
              </a:defRPr>
            </a:lvl3pPr>
            <a:lvl4pPr marL="0" indent="0" algn="l" defTabSz="914377" rtl="0" eaLnBrk="1" latinLnBrk="0" hangingPunct="1">
              <a:lnSpc>
                <a:spcPct val="100000"/>
              </a:lnSpc>
              <a:spcBef>
                <a:spcPts val="0"/>
              </a:spcBef>
              <a:spcAft>
                <a:spcPts val="651"/>
              </a:spcAft>
              <a:buSzPct val="120000"/>
              <a:buFont typeface="Arial" panose="020B0604020202020204" pitchFamily="34" charset="0"/>
              <a:buNone/>
              <a:tabLst/>
              <a:defRPr sz="1800" b="0" kern="1200">
                <a:solidFill>
                  <a:schemeClr val="tx1"/>
                </a:solidFill>
                <a:latin typeface="Montserrat" pitchFamily="2" charset="77"/>
                <a:ea typeface="+mn-ea"/>
                <a:cs typeface="+mn-cs"/>
              </a:defRPr>
            </a:lvl4pPr>
            <a:lvl5pPr marL="0" indent="0" algn="l" defTabSz="914377" rtl="0" eaLnBrk="1" latinLnBrk="0" hangingPunct="1">
              <a:lnSpc>
                <a:spcPct val="100000"/>
              </a:lnSpc>
              <a:spcBef>
                <a:spcPts val="0"/>
              </a:spcBef>
              <a:spcAft>
                <a:spcPts val="651"/>
              </a:spcAft>
              <a:buSzPct val="125000"/>
              <a:buFont typeface="Arial" panose="020B0604020202020204" pitchFamily="34" charset="0"/>
              <a:buNone/>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800" dirty="0"/>
              <a:t>Communication Modes…</a:t>
            </a:r>
          </a:p>
        </p:txBody>
      </p:sp>
    </p:spTree>
    <p:extLst>
      <p:ext uri="{BB962C8B-B14F-4D97-AF65-F5344CB8AC3E}">
        <p14:creationId xmlns:p14="http://schemas.microsoft.com/office/powerpoint/2010/main" val="2230799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0EA2786-5119-6DCE-68A8-FCD71FC6DB8D}"/>
              </a:ext>
            </a:extLst>
          </p:cNvPr>
          <p:cNvSpPr>
            <a:spLocks noGrp="1"/>
          </p:cNvSpPr>
          <p:nvPr>
            <p:ph type="body" sz="quarter" idx="10"/>
          </p:nvPr>
        </p:nvSpPr>
        <p:spPr/>
        <p:txBody>
          <a:bodyPr/>
          <a:lstStyle/>
          <a:p>
            <a:r>
              <a:rPr lang="en-GB" dirty="0"/>
              <a:t>Summary</a:t>
            </a:r>
          </a:p>
        </p:txBody>
      </p:sp>
      <p:sp>
        <p:nvSpPr>
          <p:cNvPr id="3" name="Text Placeholder 2">
            <a:extLst>
              <a:ext uri="{FF2B5EF4-FFF2-40B4-BE49-F238E27FC236}">
                <a16:creationId xmlns:a16="http://schemas.microsoft.com/office/drawing/2014/main" id="{CECA7D43-28DB-6C2A-A8F0-244F50EF056D}"/>
              </a:ext>
            </a:extLst>
          </p:cNvPr>
          <p:cNvSpPr>
            <a:spLocks noGrp="1"/>
          </p:cNvSpPr>
          <p:nvPr>
            <p:ph type="body" sz="quarter" idx="15"/>
          </p:nvPr>
        </p:nvSpPr>
        <p:spPr>
          <a:xfrm>
            <a:off x="4611756" y="1349986"/>
            <a:ext cx="7430147" cy="5119407"/>
          </a:xfrm>
        </p:spPr>
        <p:txBody>
          <a:bodyPr/>
          <a:lstStyle/>
          <a:p>
            <a:pPr marL="285750" indent="-285750" algn="l">
              <a:buFont typeface="Arial" panose="020B0604020202020204" pitchFamily="34" charset="0"/>
              <a:buChar char="•"/>
            </a:pPr>
            <a:r>
              <a:rPr lang="en-GB" sz="2400" b="0" i="0" dirty="0">
                <a:solidFill>
                  <a:srgbClr val="0D0D0D"/>
                </a:solidFill>
                <a:effectLst/>
                <a:highlight>
                  <a:srgbClr val="FFFFFF"/>
                </a:highlight>
                <a:latin typeface="Söhne"/>
              </a:rPr>
              <a:t>Docker communication enables flexibility and scalability of containerized applications.</a:t>
            </a:r>
          </a:p>
          <a:p>
            <a:pPr algn="l"/>
            <a:endParaRPr lang="en-GB" sz="2400" b="0" i="0" dirty="0">
              <a:solidFill>
                <a:srgbClr val="0D0D0D"/>
              </a:solidFill>
              <a:effectLst/>
              <a:highlight>
                <a:srgbClr val="FFFFFF"/>
              </a:highlight>
              <a:latin typeface="Söhne"/>
            </a:endParaRPr>
          </a:p>
          <a:p>
            <a:pPr marL="285750" indent="-285750" algn="l">
              <a:buFont typeface="Arial" panose="020B0604020202020204" pitchFamily="34" charset="0"/>
              <a:buChar char="•"/>
            </a:pPr>
            <a:r>
              <a:rPr lang="en-GB" sz="2400" b="0" i="0" dirty="0">
                <a:solidFill>
                  <a:srgbClr val="0D0D0D"/>
                </a:solidFill>
                <a:effectLst/>
                <a:highlight>
                  <a:srgbClr val="FFFFFF"/>
                </a:highlight>
                <a:latin typeface="Söhne"/>
              </a:rPr>
              <a:t>Bridges internal communication between containers and external systems.</a:t>
            </a:r>
          </a:p>
          <a:p>
            <a:pPr marL="285750" indent="-285750" algn="l">
              <a:buFont typeface="Arial" panose="020B0604020202020204" pitchFamily="34" charset="0"/>
              <a:buChar char="•"/>
            </a:pPr>
            <a:endParaRPr lang="en-GB" sz="2400" b="0" i="0" dirty="0">
              <a:solidFill>
                <a:srgbClr val="0D0D0D"/>
              </a:solidFill>
              <a:effectLst/>
              <a:highlight>
                <a:srgbClr val="FFFFFF"/>
              </a:highlight>
              <a:latin typeface="Söhne"/>
            </a:endParaRPr>
          </a:p>
          <a:p>
            <a:pPr marL="285750" indent="-285750" algn="l">
              <a:buFont typeface="Arial" panose="020B0604020202020204" pitchFamily="34" charset="0"/>
              <a:buChar char="•"/>
            </a:pPr>
            <a:r>
              <a:rPr lang="en-GB" sz="2400" b="0" i="0" dirty="0">
                <a:solidFill>
                  <a:srgbClr val="0D0D0D"/>
                </a:solidFill>
                <a:effectLst/>
                <a:highlight>
                  <a:srgbClr val="FFFFFF"/>
                </a:highlight>
                <a:latin typeface="Söhne"/>
              </a:rPr>
              <a:t>Essential for deploying applications across diverse environments</a:t>
            </a:r>
          </a:p>
          <a:p>
            <a:endParaRPr lang="en-GB" dirty="0"/>
          </a:p>
        </p:txBody>
      </p:sp>
      <p:sp>
        <p:nvSpPr>
          <p:cNvPr id="4" name="Slide Number Placeholder 3">
            <a:extLst>
              <a:ext uri="{FF2B5EF4-FFF2-40B4-BE49-F238E27FC236}">
                <a16:creationId xmlns:a16="http://schemas.microsoft.com/office/drawing/2014/main" id="{B1FACCC3-0B9C-9B0E-397C-2E4EB888DC5F}"/>
              </a:ext>
            </a:extLst>
          </p:cNvPr>
          <p:cNvSpPr>
            <a:spLocks noGrp="1"/>
          </p:cNvSpPr>
          <p:nvPr>
            <p:ph type="sldNum" sz="quarter" idx="4"/>
          </p:nvPr>
        </p:nvSpPr>
        <p:spPr/>
        <p:txBody>
          <a:bodyPr/>
          <a:lstStyle/>
          <a:p>
            <a:fld id="{EF892D59-8F09-EF4B-AD6D-DA609442F868}" type="slidenum">
              <a:rPr lang="en-GB" smtClean="0"/>
              <a:pPr/>
              <a:t>5</a:t>
            </a:fld>
            <a:endParaRPr lang="en-GB"/>
          </a:p>
        </p:txBody>
      </p:sp>
    </p:spTree>
    <p:extLst>
      <p:ext uri="{BB962C8B-B14F-4D97-AF65-F5344CB8AC3E}">
        <p14:creationId xmlns:p14="http://schemas.microsoft.com/office/powerpoint/2010/main" val="1979133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F67372A-3347-63D8-5FCF-96B40147C9EE}"/>
              </a:ext>
            </a:extLst>
          </p:cNvPr>
          <p:cNvSpPr>
            <a:spLocks noGrp="1"/>
          </p:cNvSpPr>
          <p:nvPr>
            <p:ph type="sldNum" sz="quarter" idx="4"/>
          </p:nvPr>
        </p:nvSpPr>
        <p:spPr/>
        <p:txBody>
          <a:bodyPr/>
          <a:lstStyle/>
          <a:p>
            <a:fld id="{EF892D59-8F09-EF4B-AD6D-DA609442F868}" type="slidenum">
              <a:rPr lang="en-GB" smtClean="0"/>
              <a:pPr/>
              <a:t>6</a:t>
            </a:fld>
            <a:endParaRPr lang="en-GB"/>
          </a:p>
        </p:txBody>
      </p:sp>
      <p:sp>
        <p:nvSpPr>
          <p:cNvPr id="3" name="Text Placeholder 2">
            <a:extLst>
              <a:ext uri="{FF2B5EF4-FFF2-40B4-BE49-F238E27FC236}">
                <a16:creationId xmlns:a16="http://schemas.microsoft.com/office/drawing/2014/main" id="{8EE1D84F-782C-24D5-E53D-1ED40FAE031F}"/>
              </a:ext>
            </a:extLst>
          </p:cNvPr>
          <p:cNvSpPr>
            <a:spLocks noGrp="1"/>
          </p:cNvSpPr>
          <p:nvPr>
            <p:ph type="body" sz="quarter" idx="10"/>
          </p:nvPr>
        </p:nvSpPr>
        <p:spPr/>
        <p:txBody>
          <a:bodyPr/>
          <a:lstStyle/>
          <a:p>
            <a:r>
              <a:rPr lang="en-GB" dirty="0"/>
              <a:t>Lab</a:t>
            </a:r>
          </a:p>
        </p:txBody>
      </p:sp>
      <p:sp>
        <p:nvSpPr>
          <p:cNvPr id="4" name="Text Placeholder 3">
            <a:extLst>
              <a:ext uri="{FF2B5EF4-FFF2-40B4-BE49-F238E27FC236}">
                <a16:creationId xmlns:a16="http://schemas.microsoft.com/office/drawing/2014/main" id="{0F653B1C-4956-A1B9-3256-21DE4956FCA0}"/>
              </a:ext>
            </a:extLst>
          </p:cNvPr>
          <p:cNvSpPr>
            <a:spLocks noGrp="1"/>
          </p:cNvSpPr>
          <p:nvPr>
            <p:ph type="body" sz="quarter" idx="15"/>
          </p:nvPr>
        </p:nvSpPr>
        <p:spPr/>
        <p:txBody>
          <a:bodyPr/>
          <a:lstStyle/>
          <a:p>
            <a:r>
              <a:rPr lang="en-GB" sz="2400" b="1" dirty="0"/>
              <a:t>Please do the following lab</a:t>
            </a:r>
          </a:p>
          <a:p>
            <a:endParaRPr lang="en-GB" sz="2400" b="1" dirty="0"/>
          </a:p>
          <a:p>
            <a:r>
              <a:rPr lang="en-GB" sz="2400" b="1" dirty="0"/>
              <a:t>3-Docker Networking.docx</a:t>
            </a:r>
          </a:p>
        </p:txBody>
      </p:sp>
    </p:spTree>
    <p:extLst>
      <p:ext uri="{BB962C8B-B14F-4D97-AF65-F5344CB8AC3E}">
        <p14:creationId xmlns:p14="http://schemas.microsoft.com/office/powerpoint/2010/main" val="217411041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_Primary_Colors">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Master_Red_and_Purpl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3.xml><?xml version="1.0" encoding="utf-8"?>
<a:theme xmlns:a="http://schemas.openxmlformats.org/drawingml/2006/main" name="Master_Yellow_and_Orang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4.xml><?xml version="1.0" encoding="utf-8"?>
<a:theme xmlns:a="http://schemas.openxmlformats.org/drawingml/2006/main" name="Master_Blu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5.xml><?xml version="1.0" encoding="utf-8"?>
<a:theme xmlns:a="http://schemas.openxmlformats.org/drawingml/2006/main" name="Master_Neutral">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88ECE2E70AB8B46B2C449C81E540480" ma:contentTypeVersion="16" ma:contentTypeDescription="Create a new document." ma:contentTypeScope="" ma:versionID="1df647ff451cce96fec958af0153ffba">
  <xsd:schema xmlns:xsd="http://www.w3.org/2001/XMLSchema" xmlns:xs="http://www.w3.org/2001/XMLSchema" xmlns:p="http://schemas.microsoft.com/office/2006/metadata/properties" xmlns:ns2="04dd4f8b-4e55-4b0f-90ae-c416a13e2e63" xmlns:ns3="51b58b7f-359e-418a-8fc0-c5d77d026bdc" targetNamespace="http://schemas.microsoft.com/office/2006/metadata/properties" ma:root="true" ma:fieldsID="5089fbabc7396ddc8a0ca74cb50b0683" ns2:_="" ns3:_="">
    <xsd:import namespace="04dd4f8b-4e55-4b0f-90ae-c416a13e2e63"/>
    <xsd:import namespace="51b58b7f-359e-418a-8fc0-c5d77d026bd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OCR" minOccurs="0"/>
                <xsd:element ref="ns2:MediaServiceAutoKeyPoints" minOccurs="0"/>
                <xsd:element ref="ns2:MediaServiceKeyPoints" minOccurs="0"/>
                <xsd:element ref="ns2:MediaLengthInSeconds" minOccurs="0"/>
                <xsd:element ref="ns2:MediaServiceLocation"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dd4f8b-4e55-4b0f-90ae-c416a13e2e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1b58b7f-359e-418a-8fc0-c5d77d026bdc"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ad02b767-6ee7-4f18-ac1f-362d437aa0cf}" ma:internalName="TaxCatchAll" ma:showField="CatchAllData" ma:web="51b58b7f-359e-418a-8fc0-c5d77d026bd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04dd4f8b-4e55-4b0f-90ae-c416a13e2e63">
      <Terms xmlns="http://schemas.microsoft.com/office/infopath/2007/PartnerControls"/>
    </lcf76f155ced4ddcb4097134ff3c332f>
    <TaxCatchAll xmlns="51b58b7f-359e-418a-8fc0-c5d77d026bd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6D42DE0-B197-4E79-9969-FB750B2AC80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4dd4f8b-4e55-4b0f-90ae-c416a13e2e63"/>
    <ds:schemaRef ds:uri="51b58b7f-359e-418a-8fc0-c5d77d026bd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54FD4C0-AF61-4457-ADCF-4CFE3F92DA4C}">
  <ds:schemaRefs>
    <ds:schemaRef ds:uri="http://purl.org/dc/elements/1.1/"/>
    <ds:schemaRef ds:uri="http://schemas.openxmlformats.org/package/2006/metadata/core-properties"/>
    <ds:schemaRef ds:uri="http://purl.org/dc/dcmitype/"/>
    <ds:schemaRef ds:uri="http://schemas.microsoft.com/office/infopath/2007/PartnerControls"/>
    <ds:schemaRef ds:uri="http://purl.org/dc/terms/"/>
    <ds:schemaRef ds:uri="http://schemas.microsoft.com/office/2006/metadata/properties"/>
    <ds:schemaRef ds:uri="http://schemas.microsoft.com/office/2006/documentManagement/types"/>
    <ds:schemaRef ds:uri="448C177D-8930-4CE7-B892-EC306B91C362"/>
    <ds:schemaRef ds:uri="http://www.w3.org/XML/1998/namespace"/>
    <ds:schemaRef ds:uri="04dd4f8b-4e55-4b0f-90ae-c416a13e2e63"/>
    <ds:schemaRef ds:uri="51b58b7f-359e-418a-8fc0-c5d77d026bdc"/>
  </ds:schemaRefs>
</ds:datastoreItem>
</file>

<file path=customXml/itemProps3.xml><?xml version="1.0" encoding="utf-8"?>
<ds:datastoreItem xmlns:ds="http://schemas.openxmlformats.org/officeDocument/2006/customXml" ds:itemID="{BB466F22-B209-49D5-9C6F-CD2632AF8CF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217</Words>
  <Application>Microsoft Office PowerPoint</Application>
  <PresentationFormat>Widescreen</PresentationFormat>
  <Paragraphs>43</Paragraphs>
  <Slides>6</Slides>
  <Notes>1</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6</vt:i4>
      </vt:variant>
    </vt:vector>
  </HeadingPairs>
  <TitlesOfParts>
    <vt:vector size="17" baseType="lpstr">
      <vt:lpstr>-apple-system</vt:lpstr>
      <vt:lpstr>Arial</vt:lpstr>
      <vt:lpstr>Calibri</vt:lpstr>
      <vt:lpstr>Montserrat</vt:lpstr>
      <vt:lpstr>Montserrat Black</vt:lpstr>
      <vt:lpstr>Söhne</vt:lpstr>
      <vt:lpstr>Master_Primary_Colors</vt:lpstr>
      <vt:lpstr>Master_Red_and_Purple</vt:lpstr>
      <vt:lpstr>Master_Yellow_and_Orange</vt:lpstr>
      <vt:lpstr>Master_Blue</vt:lpstr>
      <vt:lpstr>Master_Neutral</vt:lpstr>
      <vt:lpstr>Communication Docker Networking</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jobs</dc:title>
  <dc:creator>Waller, Michelle</dc:creator>
  <cp:lastModifiedBy>mike baradaran</cp:lastModifiedBy>
  <cp:revision>82</cp:revision>
  <dcterms:created xsi:type="dcterms:W3CDTF">2020-09-24T08:38:39Z</dcterms:created>
  <dcterms:modified xsi:type="dcterms:W3CDTF">2024-09-12T13:08:11Z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0x010100488ECE2E70AB8B46B2C449C81E540480</vt:lpwstr>
  </property>
  <property fmtid="{D5CDD505-2E9C-101B-9397-08002B2CF9AE}" pid="3" name="BookType">
    <vt:lpwstr>4</vt:lpwstr>
  </property>
</Properties>
</file>