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theme/theme3.xml" ContentType="application/vnd.openxmlformats-officedocument.theme+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theme/theme4.xml" ContentType="application/vnd.openxmlformats-officedocument.theme+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877" r:id="rId5"/>
    <p:sldMasterId id="2147483964" r:id="rId6"/>
    <p:sldMasterId id="2147484051" r:id="rId7"/>
    <p:sldMasterId id="2147484138" r:id="rId8"/>
  </p:sldMasterIdLst>
  <p:notesMasterIdLst>
    <p:notesMasterId r:id="rId26"/>
  </p:notesMasterIdLst>
  <p:handoutMasterIdLst>
    <p:handoutMasterId r:id="rId27"/>
  </p:handoutMasterIdLst>
  <p:sldIdLst>
    <p:sldId id="256" r:id="rId9"/>
    <p:sldId id="258" r:id="rId10"/>
    <p:sldId id="259" r:id="rId11"/>
    <p:sldId id="261" r:id="rId12"/>
    <p:sldId id="260" r:id="rId13"/>
    <p:sldId id="262" r:id="rId14"/>
    <p:sldId id="263" r:id="rId15"/>
    <p:sldId id="264" r:id="rId16"/>
    <p:sldId id="265" r:id="rId17"/>
    <p:sldId id="266" r:id="rId18"/>
    <p:sldId id="267" r:id="rId19"/>
    <p:sldId id="268" r:id="rId20"/>
    <p:sldId id="269" r:id="rId21"/>
    <p:sldId id="270" r:id="rId22"/>
    <p:sldId id="272" r:id="rId23"/>
    <p:sldId id="273" r:id="rId24"/>
    <p:sldId id="274" r:id="rId25"/>
  </p:sldIdLst>
  <p:sldSz cx="12192000" cy="6858000"/>
  <p:notesSz cx="6645275" cy="9775825"/>
  <p:custDataLst>
    <p:tags r:id="rId28"/>
  </p:custDataLst>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11"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 id="3" name="Grant" initials="G" lastIdx="1" clrIdx="2">
    <p:extLst>
      <p:ext uri="{19B8F6BF-5375-455C-9EA6-DF929625EA0E}">
        <p15:presenceInfo xmlns:p15="http://schemas.microsoft.com/office/powerpoint/2012/main" userId="Grant" providerId="None"/>
      </p:ext>
    </p:extLst>
  </p:cmAuthor>
  <p:cmAuthor id="4" name="Foppa, Pedro" initials="FP" lastIdx="1" clrIdx="3">
    <p:extLst>
      <p:ext uri="{19B8F6BF-5375-455C-9EA6-DF929625EA0E}">
        <p15:presenceInfo xmlns:p15="http://schemas.microsoft.com/office/powerpoint/2012/main" userId="S::pfoppa@qa.com::78b15ebb-14ab-45f0-97b3-f50a9b67ce6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050"/>
    <a:srgbClr val="00CEF9"/>
    <a:srgbClr val="03EAB3"/>
    <a:srgbClr val="00D2FE"/>
    <a:srgbClr val="28CEF6"/>
    <a:srgbClr val="FFD217"/>
    <a:srgbClr val="FF6124"/>
    <a:srgbClr val="EECF40"/>
    <a:srgbClr val="A5FFFF"/>
    <a:srgbClr val="00ED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020" autoAdjust="0"/>
    <p:restoredTop sz="92254" autoAdjust="0"/>
  </p:normalViewPr>
  <p:slideViewPr>
    <p:cSldViewPr snapToGrid="0" snapToObjects="1">
      <p:cViewPr varScale="1">
        <p:scale>
          <a:sx n="64" d="100"/>
          <a:sy n="64" d="100"/>
        </p:scale>
        <p:origin x="979" y="278"/>
      </p:cViewPr>
      <p:guideLst>
        <p:guide pos="3840"/>
        <p:guide orient="horz" pos="3771"/>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79" d="100"/>
          <a:sy n="79" d="100"/>
        </p:scale>
        <p:origin x="335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3.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tags" Target="tags/tag1.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handoutMaster" Target="handoutMasters/handoutMaster1.xml"/><Relationship Id="rId30" Type="http://schemas.openxmlformats.org/officeDocument/2006/relationships/presProps" Target="presProps.xml"/><Relationship Id="rId8" Type="http://schemas.openxmlformats.org/officeDocument/2006/relationships/slideMaster" Target="slideMasters/slideMaster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31/12/2025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31/12/2025</a:t>
            </a:fld>
            <a:endParaRPr lang="en-GB" dirty="0"/>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dirty="0"/>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dirty="0"/>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377" rtl="0" eaLnBrk="1" latinLnBrk="0" hangingPunct="1">
      <a:defRPr sz="1200" kern="1200">
        <a:solidFill>
          <a:schemeClr val="tx1"/>
        </a:solidFill>
        <a:latin typeface="Montserrat" panose="00000500000000000000" pitchFamily="2" charset="0"/>
        <a:ea typeface="+mn-ea"/>
        <a:cs typeface="+mn-cs"/>
      </a:defRPr>
    </a:lvl1pPr>
    <a:lvl2pPr marL="457189" algn="l" defTabSz="914377" rtl="0" eaLnBrk="1" latinLnBrk="0" hangingPunct="1">
      <a:defRPr sz="1200" kern="1200">
        <a:solidFill>
          <a:schemeClr val="tx1"/>
        </a:solidFill>
        <a:latin typeface="Montserrat" panose="00000500000000000000" pitchFamily="2" charset="0"/>
        <a:ea typeface="+mn-ea"/>
        <a:cs typeface="+mn-cs"/>
      </a:defRPr>
    </a:lvl2pPr>
    <a:lvl3pPr marL="914377" algn="l" defTabSz="914377" rtl="0" eaLnBrk="1" latinLnBrk="0" hangingPunct="1">
      <a:defRPr sz="1200" kern="1200">
        <a:solidFill>
          <a:schemeClr val="tx1"/>
        </a:solidFill>
        <a:latin typeface="Montserrat" panose="00000500000000000000" pitchFamily="2" charset="0"/>
        <a:ea typeface="+mn-ea"/>
        <a:cs typeface="+mn-cs"/>
      </a:defRPr>
    </a:lvl3pPr>
    <a:lvl4pPr marL="1371566" algn="l" defTabSz="914377" rtl="0" eaLnBrk="1" latinLnBrk="0" hangingPunct="1">
      <a:defRPr sz="1200" kern="1200">
        <a:solidFill>
          <a:schemeClr val="tx1"/>
        </a:solidFill>
        <a:latin typeface="Montserrat" panose="00000500000000000000" pitchFamily="2" charset="0"/>
        <a:ea typeface="+mn-ea"/>
        <a:cs typeface="+mn-cs"/>
      </a:defRPr>
    </a:lvl4pPr>
    <a:lvl5pPr marL="1828754" algn="l" defTabSz="914377" rtl="0" eaLnBrk="1" latinLnBrk="0" hangingPunct="1">
      <a:defRPr sz="1200" kern="1200">
        <a:solidFill>
          <a:schemeClr val="tx1"/>
        </a:solidFill>
        <a:latin typeface="Montserrat" panose="00000500000000000000" pitchFamily="2" charset="0"/>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sz="1200" dirty="0">
                <a:effectLst/>
                <a:latin typeface="Calibri" panose="020F0502020204030204" pitchFamily="34" charset="0"/>
                <a:ea typeface="Droid Sans Fallback"/>
              </a:rPr>
              <a:t>Traditional Jenkins jobs are configured via the web UI. </a:t>
            </a:r>
            <a:br>
              <a:rPr lang="en-GB" sz="1200" dirty="0">
                <a:effectLst/>
                <a:latin typeface="Calibri" panose="020F0502020204030204" pitchFamily="34" charset="0"/>
                <a:ea typeface="Droid Sans Fallback"/>
              </a:rPr>
            </a:br>
            <a:r>
              <a:rPr lang="en-GB" sz="1200" dirty="0">
                <a:effectLst/>
                <a:latin typeface="Calibri" panose="020F0502020204030204" pitchFamily="34" charset="0"/>
                <a:ea typeface="Droid Sans Fallback"/>
              </a:rPr>
              <a:t>This creates problems: you can’t track changes easily, reproduce builds, or collaborate effectively. </a:t>
            </a:r>
            <a:br>
              <a:rPr lang="en-GB" sz="1200" dirty="0">
                <a:effectLst/>
                <a:latin typeface="Calibri" panose="020F0502020204030204" pitchFamily="34" charset="0"/>
                <a:ea typeface="Droid Sans Fallback"/>
              </a:rPr>
            </a:br>
            <a:r>
              <a:rPr lang="en-GB" sz="1200" dirty="0">
                <a:effectLst/>
                <a:latin typeface="Calibri" panose="020F0502020204030204" pitchFamily="34" charset="0"/>
                <a:ea typeface="Droid Sans Fallback"/>
              </a:rPr>
              <a:t>Pipelines solve this by keeping build, test, and deploy logic in version control alongside the code. </a:t>
            </a:r>
            <a:br>
              <a:rPr lang="en-GB" sz="1200" dirty="0">
                <a:effectLst/>
                <a:latin typeface="Calibri" panose="020F0502020204030204" pitchFamily="34" charset="0"/>
                <a:ea typeface="Droid Sans Fallback"/>
              </a:rPr>
            </a:br>
            <a:r>
              <a:rPr lang="en-GB" sz="1200" dirty="0">
                <a:effectLst/>
                <a:latin typeface="Calibri" panose="020F0502020204030204" pitchFamily="34" charset="0"/>
                <a:ea typeface="Droid Sans Fallback"/>
              </a:rPr>
              <a:t>This improves reliability, visibility, and repeatability.</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dirty="0"/>
          </a:p>
        </p:txBody>
      </p:sp>
    </p:spTree>
    <p:extLst>
      <p:ext uri="{BB962C8B-B14F-4D97-AF65-F5344CB8AC3E}">
        <p14:creationId xmlns:p14="http://schemas.microsoft.com/office/powerpoint/2010/main" val="4101810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kern="1200" dirty="0">
                <a:solidFill>
                  <a:schemeClr val="tx1"/>
                </a:solidFill>
                <a:effectLst/>
                <a:latin typeface="Montserrat" panose="00000500000000000000" pitchFamily="2" charset="0"/>
                <a:ea typeface="+mn-ea"/>
                <a:cs typeface="+mn-cs"/>
              </a:rPr>
              <a:t>Think of a Jenkinsfile as a “recipe” for building, testing, and deploying your app. Because it’s in the repo, every team member works with the same pipeline. Changes to the pipeline itself are tracked in Git, which supports auditing and collaboration.</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3</a:t>
            </a:fld>
            <a:endParaRPr lang="en-GB" dirty="0"/>
          </a:p>
        </p:txBody>
      </p:sp>
    </p:spTree>
    <p:extLst>
      <p:ext uri="{BB962C8B-B14F-4D97-AF65-F5344CB8AC3E}">
        <p14:creationId xmlns:p14="http://schemas.microsoft.com/office/powerpoint/2010/main" val="21465591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kern="1200" dirty="0">
                <a:solidFill>
                  <a:schemeClr val="tx1"/>
                </a:solidFill>
                <a:effectLst/>
                <a:latin typeface="Montserrat" panose="00000500000000000000" pitchFamily="2" charset="0"/>
                <a:ea typeface="+mn-ea"/>
                <a:cs typeface="+mn-cs"/>
              </a:rPr>
              <a:t>Every declarative Jenkinsfile follows this structure. The consistent shape makes pipelines predictable, which is important for both humans and automated processes.</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4</a:t>
            </a:fld>
            <a:endParaRPr lang="en-GB" dirty="0"/>
          </a:p>
        </p:txBody>
      </p:sp>
    </p:spTree>
    <p:extLst>
      <p:ext uri="{BB962C8B-B14F-4D97-AF65-F5344CB8AC3E}">
        <p14:creationId xmlns:p14="http://schemas.microsoft.com/office/powerpoint/2010/main" val="27279929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For teaching and production pipelines, declarative pipelines are preferred because they guide developers toward a clear structure. Scripted pipelines are powerful for complex logic, but harder to read and maintain.</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5</a:t>
            </a:fld>
            <a:endParaRPr lang="en-GB" dirty="0"/>
          </a:p>
        </p:txBody>
      </p:sp>
    </p:spTree>
    <p:extLst>
      <p:ext uri="{BB962C8B-B14F-4D97-AF65-F5344CB8AC3E}">
        <p14:creationId xmlns:p14="http://schemas.microsoft.com/office/powerpoint/2010/main" val="13816489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kern="1200" dirty="0">
                <a:solidFill>
                  <a:schemeClr val="tx1"/>
                </a:solidFill>
                <a:effectLst/>
                <a:latin typeface="Montserrat" panose="00000500000000000000" pitchFamily="2" charset="0"/>
                <a:ea typeface="+mn-ea"/>
                <a:cs typeface="+mn-cs"/>
              </a:rPr>
              <a:t>Instead of one monolithic build, splitting into stages helps teams quickly see which part of the process failed. Stages also provide nice visual feedback in the Jenkins interface.</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dirty="0"/>
          </a:p>
        </p:txBody>
      </p:sp>
    </p:spTree>
    <p:extLst>
      <p:ext uri="{BB962C8B-B14F-4D97-AF65-F5344CB8AC3E}">
        <p14:creationId xmlns:p14="http://schemas.microsoft.com/office/powerpoint/2010/main" val="4014692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r>
              <a:rPr lang="en-GB" sz="1200" kern="1200" dirty="0">
                <a:solidFill>
                  <a:schemeClr val="tx1"/>
                </a:solidFill>
                <a:effectLst/>
                <a:latin typeface="Montserrat" panose="00000500000000000000" pitchFamily="2" charset="0"/>
                <a:ea typeface="+mn-ea"/>
                <a:cs typeface="+mn-cs"/>
              </a:rPr>
              <a:t>This mirrors how modern CI/CD pipelines are designed in real-world projects. You can show students a small diagram of stages flowing sequentially.</a:t>
            </a:r>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dirty="0"/>
          </a:p>
        </p:txBody>
      </p:sp>
    </p:spTree>
    <p:extLst>
      <p:ext uri="{BB962C8B-B14F-4D97-AF65-F5344CB8AC3E}">
        <p14:creationId xmlns:p14="http://schemas.microsoft.com/office/powerpoint/2010/main" val="563766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Parallel stages are like having multiple workers in a kitchen. Instead of cooking one dish after another, independent tasks happen at the same time, giving faster feedback.</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dirty="0"/>
          </a:p>
        </p:txBody>
      </p:sp>
    </p:spTree>
    <p:extLst>
      <p:ext uri="{BB962C8B-B14F-4D97-AF65-F5344CB8AC3E}">
        <p14:creationId xmlns:p14="http://schemas.microsoft.com/office/powerpoint/2010/main" val="42930313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You can combine multiple test suites or builds in parallel. Jenkins reports each parallel task separately, so it’s easy to see which failed.</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9</a:t>
            </a:fld>
            <a:endParaRPr lang="en-GB" dirty="0"/>
          </a:p>
        </p:txBody>
      </p:sp>
    </p:spTree>
    <p:extLst>
      <p:ext uri="{BB962C8B-B14F-4D97-AF65-F5344CB8AC3E}">
        <p14:creationId xmlns:p14="http://schemas.microsoft.com/office/powerpoint/2010/main" val="37267479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Conditional stages let you use one Jenkinsfile for multiple environments or branches. For instance, feature branches may skip deployment, while main and release branches trigger it.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dirty="0"/>
          </a:p>
        </p:txBody>
      </p:sp>
    </p:spTree>
    <p:extLst>
      <p:ext uri="{BB962C8B-B14F-4D97-AF65-F5344CB8AC3E}">
        <p14:creationId xmlns:p14="http://schemas.microsoft.com/office/powerpoint/2010/main" val="13525977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You can combine conditions to control exactly when stages execute. This ensures that only valid builds and deployments occur.</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dirty="0"/>
          </a:p>
        </p:txBody>
      </p:sp>
    </p:spTree>
    <p:extLst>
      <p:ext uri="{BB962C8B-B14F-4D97-AF65-F5344CB8AC3E}">
        <p14:creationId xmlns:p14="http://schemas.microsoft.com/office/powerpoint/2010/main" val="2444305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br>
              <a:rPr lang="en-GB" dirty="0"/>
            </a:br>
            <a:r>
              <a:rPr lang="en-GB" dirty="0"/>
              <a:t>Even in automated pipelines, some steps need human review. Manual approvals are safety gates that prevent accidental deployment to high-risk environments.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12</a:t>
            </a:fld>
            <a:endParaRPr lang="en-GB" dirty="0"/>
          </a:p>
        </p:txBody>
      </p:sp>
    </p:spTree>
    <p:extLst>
      <p:ext uri="{BB962C8B-B14F-4D97-AF65-F5344CB8AC3E}">
        <p14:creationId xmlns:p14="http://schemas.microsoft.com/office/powerpoint/2010/main" val="354647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Parameters make your Jenkinsfile reusable across multiple situations. Instead of multiple nearly identical jobs, one parameterized pipeline can cover all cases.</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Example:</a:t>
            </a:r>
          </a:p>
          <a:p>
            <a:r>
              <a:rPr lang="en-GB" sz="1200" b="1" dirty="0">
                <a:solidFill>
                  <a:srgbClr val="000000"/>
                </a:solidFill>
                <a:highlight>
                  <a:srgbClr val="FFFFFF"/>
                </a:highlight>
                <a:latin typeface="Cascadia Mono" panose="020B0609020000020004" pitchFamily="49" charset="0"/>
              </a:rPr>
              <a:t>pipeline {</a:t>
            </a:r>
          </a:p>
          <a:p>
            <a:r>
              <a:rPr lang="en-GB" sz="1200" b="1" dirty="0">
                <a:solidFill>
                  <a:srgbClr val="000000"/>
                </a:solidFill>
                <a:highlight>
                  <a:srgbClr val="FFFFFF"/>
                </a:highlight>
                <a:latin typeface="Cascadia Mono" panose="020B0609020000020004" pitchFamily="49" charset="0"/>
              </a:rPr>
              <a:t>    agent any</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parameters {</a:t>
            </a:r>
          </a:p>
          <a:p>
            <a:r>
              <a:rPr lang="en-GB" sz="1200" b="1" dirty="0">
                <a:solidFill>
                  <a:srgbClr val="000000"/>
                </a:solidFill>
                <a:highlight>
                  <a:srgbClr val="FFFFFF"/>
                </a:highlight>
                <a:latin typeface="Cascadia Mono" panose="020B0609020000020004" pitchFamily="49" charset="0"/>
              </a:rPr>
              <a:t>        choice(</a:t>
            </a:r>
          </a:p>
          <a:p>
            <a:r>
              <a:rPr lang="en-GB" sz="1200" b="1" dirty="0">
                <a:solidFill>
                  <a:srgbClr val="000000"/>
                </a:solidFill>
                <a:highlight>
                  <a:srgbClr val="FFFFFF"/>
                </a:highlight>
                <a:latin typeface="Cascadia Mono" panose="020B0609020000020004" pitchFamily="49" charset="0"/>
              </a:rPr>
              <a:t>            name: </a:t>
            </a:r>
            <a:r>
              <a:rPr lang="en-GB" sz="1200" b="1" dirty="0">
                <a:solidFill>
                  <a:srgbClr val="A31515"/>
                </a:solidFill>
                <a:highlight>
                  <a:srgbClr val="FFFFFF"/>
                </a:highlight>
                <a:latin typeface="Cascadia Mono" panose="020B0609020000020004" pitchFamily="49" charset="0"/>
              </a:rPr>
              <a:t>'ENV'</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choices: [</a:t>
            </a:r>
            <a:r>
              <a:rPr lang="en-GB" sz="1200" b="1" dirty="0">
                <a:solidFill>
                  <a:srgbClr val="A31515"/>
                </a:solidFill>
                <a:highlight>
                  <a:srgbClr val="FFFFFF"/>
                </a:highlight>
                <a:latin typeface="Cascadia Mono" panose="020B0609020000020004" pitchFamily="49" charset="0"/>
              </a:rPr>
              <a:t>'dev'</a:t>
            </a:r>
            <a:r>
              <a:rPr lang="en-GB" sz="1200" b="1" dirty="0">
                <a:solidFill>
                  <a:srgbClr val="000000"/>
                </a:solidFill>
                <a:highlight>
                  <a:srgbClr val="FFFFFF"/>
                </a:highlight>
                <a:latin typeface="Cascadia Mono" panose="020B0609020000020004" pitchFamily="49" charset="0"/>
              </a:rPr>
              <a:t>, </a:t>
            </a:r>
            <a:r>
              <a:rPr lang="en-GB" sz="1200" b="1" dirty="0">
                <a:solidFill>
                  <a:srgbClr val="A31515"/>
                </a:solidFill>
                <a:highlight>
                  <a:srgbClr val="FFFFFF"/>
                </a:highlight>
                <a:latin typeface="Cascadia Mono" panose="020B0609020000020004" pitchFamily="49" charset="0"/>
              </a:rPr>
              <a:t>'test'</a:t>
            </a:r>
            <a:r>
              <a:rPr lang="en-GB" sz="1200" b="1" dirty="0">
                <a:solidFill>
                  <a:srgbClr val="000000"/>
                </a:solidFill>
                <a:highlight>
                  <a:srgbClr val="FFFFFF"/>
                </a:highlight>
                <a:latin typeface="Cascadia Mono" panose="020B0609020000020004" pitchFamily="49" charset="0"/>
              </a:rPr>
              <a:t>, </a:t>
            </a:r>
            <a:r>
              <a:rPr lang="en-GB" sz="1200" b="1" dirty="0">
                <a:solidFill>
                  <a:srgbClr val="A31515"/>
                </a:solidFill>
                <a:highlight>
                  <a:srgbClr val="FFFFFF"/>
                </a:highlight>
                <a:latin typeface="Cascadia Mono" panose="020B0609020000020004" pitchFamily="49" charset="0"/>
              </a:rPr>
              <a:t>'prod'</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description: </a:t>
            </a:r>
            <a:r>
              <a:rPr lang="en-GB" sz="1200" b="1" dirty="0">
                <a:solidFill>
                  <a:srgbClr val="A31515"/>
                </a:solidFill>
                <a:highlight>
                  <a:srgbClr val="FFFFFF"/>
                </a:highlight>
                <a:latin typeface="Cascadia Mono" panose="020B0609020000020004" pitchFamily="49" charset="0"/>
              </a:rPr>
              <a:t>'Target environment'</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string(</a:t>
            </a:r>
          </a:p>
          <a:p>
            <a:r>
              <a:rPr lang="en-GB" sz="1200" b="1" dirty="0">
                <a:solidFill>
                  <a:srgbClr val="000000"/>
                </a:solidFill>
                <a:highlight>
                  <a:srgbClr val="FFFFFF"/>
                </a:highlight>
                <a:latin typeface="Cascadia Mono" panose="020B0609020000020004" pitchFamily="49" charset="0"/>
              </a:rPr>
              <a:t>            name: </a:t>
            </a:r>
            <a:r>
              <a:rPr lang="en-GB" sz="1200" b="1" dirty="0">
                <a:solidFill>
                  <a:srgbClr val="A31515"/>
                </a:solidFill>
                <a:highlight>
                  <a:srgbClr val="FFFFFF"/>
                </a:highlight>
                <a:latin typeface="Cascadia Mono" panose="020B0609020000020004" pitchFamily="49" charset="0"/>
              </a:rPr>
              <a:t>'VERSION'</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defaultValue</a:t>
            </a:r>
            <a:r>
              <a:rPr lang="en-GB" sz="1200" b="1" dirty="0">
                <a:solidFill>
                  <a:srgbClr val="000000"/>
                </a:solidFill>
                <a:highlight>
                  <a:srgbClr val="FFFFFF"/>
                </a:highlight>
                <a:latin typeface="Cascadia Mono" panose="020B0609020000020004" pitchFamily="49" charset="0"/>
              </a:rPr>
              <a:t>: </a:t>
            </a:r>
            <a:r>
              <a:rPr lang="en-GB" sz="1200" b="1" dirty="0">
                <a:solidFill>
                  <a:srgbClr val="A31515"/>
                </a:solidFill>
                <a:highlight>
                  <a:srgbClr val="FFFFFF"/>
                </a:highlight>
                <a:latin typeface="Cascadia Mono" panose="020B0609020000020004" pitchFamily="49" charset="0"/>
              </a:rPr>
              <a:t>'1.0.0'</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description: </a:t>
            </a:r>
            <a:r>
              <a:rPr lang="en-GB" sz="1200" b="1" dirty="0">
                <a:solidFill>
                  <a:srgbClr val="A31515"/>
                </a:solidFill>
                <a:highlight>
                  <a:srgbClr val="FFFFFF"/>
                </a:highlight>
                <a:latin typeface="Cascadia Mono" panose="020B0609020000020004" pitchFamily="49" charset="0"/>
              </a:rPr>
              <a:t>'Application version'</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booleanParam</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name: </a:t>
            </a:r>
            <a:r>
              <a:rPr lang="en-GB" sz="1200" b="1" dirty="0">
                <a:solidFill>
                  <a:srgbClr val="A31515"/>
                </a:solidFill>
                <a:highlight>
                  <a:srgbClr val="FFFFFF"/>
                </a:highlight>
                <a:latin typeface="Cascadia Mono" panose="020B0609020000020004" pitchFamily="49" charset="0"/>
              </a:rPr>
              <a:t>'RUN_EXTRA_TESTS'</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defaultValue</a:t>
            </a:r>
            <a:r>
              <a:rPr lang="en-GB" sz="1200" b="1" dirty="0">
                <a:solidFill>
                  <a:srgbClr val="000000"/>
                </a:solidFill>
                <a:highlight>
                  <a:srgbClr val="FFFFFF"/>
                </a:highlight>
                <a:latin typeface="Cascadia Mono" panose="020B0609020000020004" pitchFamily="49" charset="0"/>
              </a:rPr>
              <a:t>: </a:t>
            </a:r>
            <a:r>
              <a:rPr lang="en-GB" sz="1200" b="1" dirty="0">
                <a:solidFill>
                  <a:srgbClr val="0000FF"/>
                </a:solidFill>
                <a:highlight>
                  <a:srgbClr val="FFFFFF"/>
                </a:highlight>
                <a:latin typeface="Cascadia Mono" panose="020B0609020000020004" pitchFamily="49" charset="0"/>
              </a:rPr>
              <a:t>false</a:t>
            </a:r>
            <a:r>
              <a:rPr lang="en-GB" sz="1200" b="1" dirty="0">
                <a:solidFill>
                  <a:srgbClr val="000000"/>
                </a:solidFill>
                <a:highlight>
                  <a:srgbClr val="FFFFFF"/>
                </a:highlight>
                <a:latin typeface="Cascadia Mono" panose="020B0609020000020004" pitchFamily="49" charset="0"/>
              </a:rPr>
              <a:t>,</a:t>
            </a:r>
          </a:p>
          <a:p>
            <a:r>
              <a:rPr lang="en-GB" sz="1200" b="1" dirty="0">
                <a:solidFill>
                  <a:srgbClr val="000000"/>
                </a:solidFill>
                <a:highlight>
                  <a:srgbClr val="FFFFFF"/>
                </a:highlight>
                <a:latin typeface="Cascadia Mono" panose="020B0609020000020004" pitchFamily="49" charset="0"/>
              </a:rPr>
              <a:t>            description: </a:t>
            </a:r>
            <a:r>
              <a:rPr lang="en-GB" sz="1200" b="1" dirty="0">
                <a:solidFill>
                  <a:srgbClr val="A31515"/>
                </a:solidFill>
                <a:highlight>
                  <a:srgbClr val="FFFFFF"/>
                </a:highlight>
                <a:latin typeface="Cascadia Mono" panose="020B0609020000020004" pitchFamily="49" charset="0"/>
              </a:rPr>
              <a:t>'Enable extra tests'</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stages {</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stage(</a:t>
            </a:r>
            <a:r>
              <a:rPr lang="en-GB" sz="1200" b="1" dirty="0">
                <a:solidFill>
                  <a:srgbClr val="A31515"/>
                </a:solidFill>
                <a:highlight>
                  <a:srgbClr val="FFFFFF"/>
                </a:highlight>
                <a:latin typeface="Cascadia Mono" panose="020B0609020000020004" pitchFamily="49" charset="0"/>
              </a:rPr>
              <a:t>'Build'</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steps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"Building version ${VERSION}"</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stage(</a:t>
            </a:r>
            <a:r>
              <a:rPr lang="en-GB" sz="1200" b="1" dirty="0">
                <a:solidFill>
                  <a:srgbClr val="A31515"/>
                </a:solidFill>
                <a:highlight>
                  <a:srgbClr val="FFFFFF"/>
                </a:highlight>
                <a:latin typeface="Cascadia Mono" panose="020B0609020000020004" pitchFamily="49" charset="0"/>
              </a:rPr>
              <a:t>'Test'</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steps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"Running tests in ${ENV}"</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stage(</a:t>
            </a:r>
            <a:r>
              <a:rPr lang="en-GB" sz="1200" b="1" dirty="0">
                <a:solidFill>
                  <a:srgbClr val="A31515"/>
                </a:solidFill>
                <a:highlight>
                  <a:srgbClr val="FFFFFF"/>
                </a:highlight>
                <a:latin typeface="Cascadia Mono" panose="020B0609020000020004" pitchFamily="49" charset="0"/>
              </a:rPr>
              <a:t>'Deploy'</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steps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"Deploying ${VERSION} to ${ENV}"</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13</a:t>
            </a:fld>
            <a:endParaRPr lang="en-GB" dirty="0"/>
          </a:p>
        </p:txBody>
      </p:sp>
    </p:spTree>
    <p:extLst>
      <p:ext uri="{BB962C8B-B14F-4D97-AF65-F5344CB8AC3E}">
        <p14:creationId xmlns:p14="http://schemas.microsoft.com/office/powerpoint/2010/main" val="28420773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br>
              <a:rPr lang="en-GB" dirty="0"/>
            </a:br>
            <a:r>
              <a:rPr lang="en-GB" dirty="0"/>
              <a:t>Choice parameters are particularly useful for environments (dev/test/prod). Boolean flags can enable optional steps like extra tests or debugging features.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14</a:t>
            </a:fld>
            <a:endParaRPr lang="en-GB" dirty="0"/>
          </a:p>
        </p:txBody>
      </p:sp>
    </p:spTree>
    <p:extLst>
      <p:ext uri="{BB962C8B-B14F-4D97-AF65-F5344CB8AC3E}">
        <p14:creationId xmlns:p14="http://schemas.microsoft.com/office/powerpoint/2010/main" val="2036330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Example: deploy stage runs automatically for dev/test but pauses for approval in production. This is a common pattern in enterprise pipelines.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15</a:t>
            </a:fld>
            <a:endParaRPr lang="en-GB" dirty="0"/>
          </a:p>
        </p:txBody>
      </p:sp>
    </p:spTree>
    <p:extLst>
      <p:ext uri="{BB962C8B-B14F-4D97-AF65-F5344CB8AC3E}">
        <p14:creationId xmlns:p14="http://schemas.microsoft.com/office/powerpoint/2010/main" val="40358579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Combining all features creates a professional-grade pipeline that is maintainable, safe, and fast. Students will see how these practices are used in real-world DevOps teams.</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16</a:t>
            </a:fld>
            <a:endParaRPr lang="en-GB" dirty="0"/>
          </a:p>
        </p:txBody>
      </p:sp>
    </p:spTree>
    <p:extLst>
      <p:ext uri="{BB962C8B-B14F-4D97-AF65-F5344CB8AC3E}">
        <p14:creationId xmlns:p14="http://schemas.microsoft.com/office/powerpoint/2010/main" val="2989221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GB"/>
          </a:p>
        </p:txBody>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br>
              <a:rPr lang="en-GB" dirty="0"/>
            </a:br>
            <a:r>
              <a:rPr lang="en-GB" dirty="0"/>
              <a:t>The goal of this chapter was to help you understand that Jenkins pipelines are not about complexity, but about </a:t>
            </a:r>
            <a:r>
              <a:rPr lang="en-GB" b="1" dirty="0"/>
              <a:t>clarity, reproducibility, and safe automation</a:t>
            </a:r>
            <a:r>
              <a:rPr lang="en-GB" dirty="0"/>
              <a:t>.</a:t>
            </a:r>
          </a:p>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17</a:t>
            </a:fld>
            <a:endParaRPr lang="en-GB" dirty="0"/>
          </a:p>
        </p:txBody>
      </p:sp>
    </p:spTree>
    <p:extLst>
      <p:ext uri="{BB962C8B-B14F-4D97-AF65-F5344CB8AC3E}">
        <p14:creationId xmlns:p14="http://schemas.microsoft.com/office/powerpoint/2010/main" val="42505874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6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20.pn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19.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Master" Target="../slideMasters/slideMaster3.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image" Target="../media/image6.svg"/></Relationships>
</file>

<file path=ppt/slideLayouts/_rels/slideLayout10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8.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Activity 01">
    <p:bg>
      <p:bgPr>
        <a:solidFill>
          <a:srgbClr val="0FEEB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7"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1457" userDrawn="1">
          <p15:clr>
            <a:srgbClr val="FBAE40"/>
          </p15:clr>
        </p15:guide>
        <p15:guide id="3" orient="horz" pos="3635"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3640323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dirty="0"/>
              <a:t>Housekeeping</a:t>
            </a:r>
            <a:endParaRPr lang="en-GB" noProof="0" dirty="0"/>
          </a:p>
        </p:txBody>
      </p:sp>
      <p:pic>
        <p:nvPicPr>
          <p:cNvPr id="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8" name="Text Placeholder 6">
            <a:extLst>
              <a:ext uri="{FF2B5EF4-FFF2-40B4-BE49-F238E27FC236}">
                <a16:creationId xmlns:a16="http://schemas.microsoft.com/office/drawing/2014/main" id="{EC1B3813-DD9D-954E-BE79-A994AB3AFD51}"/>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Meet &amp; Greet">
    <p:bg>
      <p:bgPr>
        <a:solidFill>
          <a:schemeClr val="tx2"/>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7" name="Picture 6">
            <a:extLst>
              <a:ext uri="{FF2B5EF4-FFF2-40B4-BE49-F238E27FC236}">
                <a16:creationId xmlns:a16="http://schemas.microsoft.com/office/drawing/2014/main" id="{4E33C862-6C7D-4099-B29A-B18CFC640A13}"/>
              </a:ext>
            </a:extLst>
          </p:cNvPr>
          <p:cNvPicPr>
            <a:picLocks noChangeAspect="1"/>
          </p:cNvPicPr>
          <p:nvPr userDrawn="1"/>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169334983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rgbClr val="004050"/>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rgbClr val="004050"/>
                </a:solidFill>
              </a:defRPr>
            </a:lvl1pPr>
          </a:lstStyle>
          <a:p>
            <a:r>
              <a:rPr lang="en-US" noProof="0" dirty="0"/>
              <a:t>CLICK TO EDIT TITLE</a:t>
            </a:r>
            <a:endParaRPr lang="en-GB" noProof="0" dirty="0"/>
          </a:p>
        </p:txBody>
      </p:sp>
      <p:sp>
        <p:nvSpPr>
          <p:cNvPr id="2" name="Rectangle 1"/>
          <p:cNvSpPr/>
          <p:nvPr userDrawn="1"/>
        </p:nvSpPr>
        <p:spPr>
          <a:xfrm>
            <a:off x="0" y="3843795"/>
            <a:ext cx="8229600"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474306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32988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rgbClr val="004050"/>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409422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44572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2"/>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rgbClr val="004050"/>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5913253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tx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rgbClr val="004050"/>
                </a:solidFill>
              </a:defRPr>
            </a:lvl1pPr>
          </a:lstStyle>
          <a:p>
            <a:r>
              <a:rPr lang="en-US" noProof="0" dirty="0"/>
              <a:t>CLICK TO EDIT TITLE</a:t>
            </a:r>
            <a:endParaRPr lang="en-GB" noProof="0" dirty="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749363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1" name="Rectangle 10"/>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004050"/>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203859263"/>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Rectangle 11"/>
          <p:cNvSpPr/>
          <p:nvPr userDrawn="1"/>
        </p:nvSpPr>
        <p:spPr>
          <a:xfrm>
            <a:off x="758191" y="769620"/>
            <a:ext cx="379608" cy="110491"/>
          </a:xfrm>
          <a:prstGeom prst="rect">
            <a:avLst/>
          </a:prstGeom>
          <a:solidFill>
            <a:srgbClr val="09ED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004050"/>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14873442"/>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83055882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317007425"/>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pic>
        <p:nvPicPr>
          <p:cNvPr id="11"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38251CB8-D58E-2E40-9211-8E4FCA38D552}"/>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7" name="Graphic 31">
            <a:extLst>
              <a:ext uri="{FF2B5EF4-FFF2-40B4-BE49-F238E27FC236}">
                <a16:creationId xmlns:a16="http://schemas.microsoft.com/office/drawing/2014/main" id="{E51E3436-B16C-5F48-AA8A-C3F6719B5E1D}"/>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2"/>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1666810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223B611D-7B8F-B64E-B297-6F15D8AC0FB4}"/>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rgbClr val="0BEEB7"/>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pic>
        <p:nvPicPr>
          <p:cNvPr id="13" name="Graphic 31">
            <a:extLst>
              <a:ext uri="{FF2B5EF4-FFF2-40B4-BE49-F238E27FC236}">
                <a16:creationId xmlns:a16="http://schemas.microsoft.com/office/drawing/2014/main" id="{59F936A6-C45C-DE4D-B127-38C5B78DBD54}"/>
              </a:ext>
            </a:extLst>
          </p:cNvPr>
          <p:cNvPicPr>
            <a:picLocks noChangeAspect="1"/>
          </p:cNvPicPr>
          <p:nvPr userDrawn="1"/>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3606277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954979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8CE8C71-4A26-D849-813C-580602CCBDA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88892509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122CC552-B995-3D44-97DB-048FA9D7391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226995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BEEB7"/>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C6C80C38-3722-474E-8B11-A2D0DDDA408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58932642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DF12CDA4-6DB7-9B47-B8BD-BC72661022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862690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2"/>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C688DDD5-996C-5A49-B7AA-2FBE4622651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9952731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67306422-B398-BC4C-8476-3EB6DBC1663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16801384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2"/>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91361752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2"/>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5440E06-BD51-134C-8922-1FED8CE30B1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7253900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D437921-F8BF-FB43-B188-28C7B472CCE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7918574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1107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2"/>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8D950501-8A96-F740-8901-23C73CDCDD2D}"/>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6872432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602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5ABD8F74-8FD6-554A-BB95-259D126DE6E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3735872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7336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2"/>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093A48C6-BAF4-C24C-927C-1277EFA8D0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60777521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2"/>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408EE555-3A54-004C-A759-75B8B80EEC63}"/>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229022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6" name="Title 1">
            <a:extLst>
              <a:ext uri="{FF2B5EF4-FFF2-40B4-BE49-F238E27FC236}">
                <a16:creationId xmlns:a16="http://schemas.microsoft.com/office/drawing/2014/main" id="{4E7C86B2-491D-4175-B781-C85C7A96028A}"/>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414383036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Pur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9746"/>
            <a:ext cx="6604609" cy="685800"/>
          </a:xfrm>
        </p:spPr>
        <p:txBody>
          <a:bodyPr/>
          <a:lstStyle>
            <a:lvl1pPr>
              <a:defRPr baseline="0"/>
            </a:lvl1pPr>
          </a:lstStyle>
          <a:p>
            <a:pPr lvl="0"/>
            <a:r>
              <a:rPr lang="en-US" dirty="0"/>
              <a:t>Subtitle here</a:t>
            </a:r>
          </a:p>
        </p:txBody>
      </p:sp>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Tree>
    <p:extLst>
      <p:ext uri="{BB962C8B-B14F-4D97-AF65-F5344CB8AC3E}">
        <p14:creationId xmlns:p14="http://schemas.microsoft.com/office/powerpoint/2010/main" val="357793566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80717529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accent3"/>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4"/>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0948F714-4D77-CD42-BD58-84592393B6D2}"/>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306940702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Meet &amp; Greet">
    <p:bg>
      <p:bgPr>
        <a:solidFill>
          <a:schemeClr val="accent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757463"/>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CDCD9ABD-8C57-4882-866C-BC056D757780}"/>
              </a:ext>
            </a:extLst>
          </p:cNvPr>
          <p:cNvPicPr>
            <a:picLocks noChangeAspect="1"/>
          </p:cNvPicPr>
          <p:nvPr userDrawn="1"/>
        </p:nvPicPr>
        <p:blipFill rotWithShape="1">
          <a:blip r:embed="rId4">
            <a:duotone>
              <a:schemeClr val="accent3">
                <a:shade val="45000"/>
                <a:satMod val="135000"/>
              </a:schemeClr>
              <a:prstClr val="white"/>
            </a:duotone>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325368981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accent4"/>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accent3"/>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accent3"/>
                </a:solidFill>
              </a:defRPr>
            </a:lvl1pPr>
          </a:lstStyle>
          <a:p>
            <a:r>
              <a:rPr lang="en-US" noProof="0"/>
              <a:t>CLICK TO EDIT TITLE</a:t>
            </a:r>
            <a:endParaRPr lang="en-GB" noProof="0"/>
          </a:p>
        </p:txBody>
      </p:sp>
      <p:sp>
        <p:nvSpPr>
          <p:cNvPr id="2" name="Rectangle 1"/>
          <p:cNvSpPr/>
          <p:nvPr userDrawn="1"/>
        </p:nvSpPr>
        <p:spPr>
          <a:xfrm>
            <a:off x="0" y="3843795"/>
            <a:ext cx="8229600"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1658309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4"/>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178008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accent3"/>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93808245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448942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4"/>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8269695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accent4"/>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accent3"/>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3"/>
          </a:solidFill>
        </p:spPr>
        <p:txBody>
          <a:bodyPr wrap="square" lIns="0" tIns="0" rIns="0" bIns="0" rtlCol="0"/>
          <a:lstStyle/>
          <a:p>
            <a:endParaRPr sz="1029"/>
          </a:p>
        </p:txBody>
      </p:sp>
    </p:spTree>
    <p:extLst>
      <p:ext uri="{BB962C8B-B14F-4D97-AF65-F5344CB8AC3E}">
        <p14:creationId xmlns:p14="http://schemas.microsoft.com/office/powerpoint/2010/main" val="7922049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60284376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0835664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419582645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6771593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99757152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4"/>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24078032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51146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4"/>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9216210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4"/>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09930038-7324-754A-9850-A216F52D7ED9}"/>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38441797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4"/>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CDF1ACB8-AF73-DE42-B25D-407198650B9A}"/>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63529278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3"/>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E45BD70D-705E-6C48-85F0-2B8B8D29C2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5603946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3"/>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61090407-4F3B-F847-A7AB-C8C0EFB28AF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2723026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3"/>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E49C0454-8721-7947-A56E-58D569350C28}"/>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0605239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3"/>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E98B0132-AE9F-DA4C-9229-D8371E10A716}"/>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2191480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3"/>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341078062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3935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3"/>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A46C840F-99B2-8C4C-A37D-F1F388F0C20C}"/>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414862383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8241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3"/>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739C13B6-7320-8544-8C3F-972BE573F629}"/>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704652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91069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4"/>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032C547-F94C-1241-9D31-1F73ADBB2494}"/>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453464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0865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4"/>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698D41BD-7B3B-1742-B394-CDE3B9E03C5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58412133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4"/>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E2A682AD-D487-474A-ACC8-8097477C31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9686495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06228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4"/>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37A21872-726D-FD41-8C44-AEDB5C04354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6889575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Activity 02">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4" name="Text Placeholder 3"/>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514" y="377546"/>
            <a:ext cx="5336420" cy="6147015"/>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46905344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Purple">
    <p:spTree>
      <p:nvGrpSpPr>
        <p:cNvPr id="1" name=""/>
        <p:cNvGrpSpPr/>
        <p:nvPr/>
      </p:nvGrpSpPr>
      <p:grpSpPr>
        <a:xfrm>
          <a:off x="0" y="0"/>
          <a:ext cx="0" cy="0"/>
          <a:chOff x="0" y="0"/>
          <a:chExt cx="0" cy="0"/>
        </a:xfrm>
      </p:grpSpPr>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0900" y="302477"/>
            <a:ext cx="2643023" cy="1610367"/>
          </a:xfrm>
          <a:prstGeom prst="rect">
            <a:avLst/>
          </a:prstGeom>
        </p:spPr>
      </p:pic>
      <p:pic>
        <p:nvPicPr>
          <p:cNvPr id="7" name="Picture 6"/>
          <p:cNvPicPr>
            <a:picLocks noChangeAspect="1"/>
          </p:cNvPicPr>
          <p:nvPr userDrawn="1"/>
        </p:nvPicPr>
        <p:blipFill rotWithShape="1">
          <a:blip r:embed="rId4">
            <a:extLst>
              <a:ext uri="{28A0092B-C50C-407E-A947-70E740481C1C}">
                <a14:useLocalDpi xmlns:a14="http://schemas.microsoft.com/office/drawing/2010/main" val="0"/>
              </a:ext>
            </a:extLst>
          </a:blip>
          <a:srcRect t="15407" r="12445"/>
          <a:stretch/>
        </p:blipFill>
        <p:spPr>
          <a:xfrm>
            <a:off x="7097178" y="0"/>
            <a:ext cx="5106217" cy="5637467"/>
          </a:xfrm>
          <a:prstGeom prst="rect">
            <a:avLst/>
          </a:prstGeom>
        </p:spPr>
      </p:pic>
      <p:sp>
        <p:nvSpPr>
          <p:cNvPr id="6" name="Title 1">
            <a:extLst>
              <a:ext uri="{FF2B5EF4-FFF2-40B4-BE49-F238E27FC236}">
                <a16:creationId xmlns:a16="http://schemas.microsoft.com/office/drawing/2014/main" id="{E0184910-58FA-4EFA-A539-4B89BFCDC982}"/>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
        <p:nvSpPr>
          <p:cNvPr id="8" name="Text Placeholder 3">
            <a:extLst>
              <a:ext uri="{FF2B5EF4-FFF2-40B4-BE49-F238E27FC236}">
                <a16:creationId xmlns:a16="http://schemas.microsoft.com/office/drawing/2014/main" id="{E6FB43B3-B490-477F-9165-5EA7092C4040}"/>
              </a:ext>
            </a:extLst>
          </p:cNvPr>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99351302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Red">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695117"/>
          </a:xfrm>
        </p:spPr>
        <p:txBody>
          <a:bodyPr/>
          <a:lstStyle>
            <a:lvl1pPr marL="0" marR="0" indent="0" algn="l" defTabSz="914377" rtl="0" eaLnBrk="1" fontAlgn="auto" latinLnBrk="0" hangingPunct="1">
              <a:lnSpc>
                <a:spcPct val="100000"/>
              </a:lnSpc>
              <a:spcBef>
                <a:spcPts val="0"/>
              </a:spcBef>
              <a:spcAft>
                <a:spcPts val="651"/>
              </a:spcAft>
              <a:buClrTx/>
              <a:buSzPct val="115000"/>
              <a:buFontTx/>
              <a:buNone/>
              <a:tabLst/>
              <a:defRPr baseline="0"/>
            </a:lvl1pPr>
          </a:lstStyle>
          <a:p>
            <a:pPr marL="0" marR="0" lvl="0" indent="0" algn="l" defTabSz="914377" rtl="0" eaLnBrk="1" fontAlgn="auto" latinLnBrk="0" hangingPunct="1">
              <a:lnSpc>
                <a:spcPct val="100000"/>
              </a:lnSpc>
              <a:spcBef>
                <a:spcPts val="0"/>
              </a:spcBef>
              <a:spcAft>
                <a:spcPts val="651"/>
              </a:spcAft>
              <a:buClrTx/>
              <a:buSzPct val="115000"/>
              <a:buFontTx/>
              <a:buNone/>
              <a:tabLst/>
              <a:defRPr/>
            </a:pPr>
            <a:r>
              <a:rPr lang="en-GB" dirty="0"/>
              <a:t>Hope you enjoyed this learning journey.</a:t>
            </a:r>
          </a:p>
          <a:p>
            <a:pPr lvl="0"/>
            <a:endParaRPr lang="en-US" dirty="0"/>
          </a:p>
        </p:txBody>
      </p:sp>
    </p:spTree>
    <p:extLst>
      <p:ext uri="{BB962C8B-B14F-4D97-AF65-F5344CB8AC3E}">
        <p14:creationId xmlns:p14="http://schemas.microsoft.com/office/powerpoint/2010/main" val="2295440024"/>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1" name="Picture 10"/>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1297354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Oran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3186016430"/>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accent5"/>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6"/>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dirty="0"/>
              <a:t>Housekeeping</a:t>
            </a:r>
            <a:endParaRPr lang="en-GB" noProof="0" dirty="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BC7927F0-0060-E641-9DF6-FBEA1036D28B}"/>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387941427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_Housekeeping">
    <p:bg>
      <p:bgPr>
        <a:solidFill>
          <a:schemeClr val="accent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bg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63AF44A-1995-DE4D-9A46-5A2394C80A9F}"/>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265683593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Meet &amp; Greet 2">
    <p:bg>
      <p:bgPr>
        <a:solidFill>
          <a:srgbClr val="E8CC47"/>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D5995ECC-57F0-414E-B59C-F055BAC9DFC8}"/>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207033483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1_Meet &amp; Greet 2">
    <p:bg>
      <p:bgPr>
        <a:solidFill>
          <a:srgbClr val="FF6124"/>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EF62B12B-0209-4F2C-B3BB-EE7164671235}"/>
              </a:ext>
            </a:extLst>
          </p:cNvPr>
          <p:cNvPicPr>
            <a:picLocks noChangeAspect="1"/>
          </p:cNvPicPr>
          <p:nvPr userDrawn="1"/>
        </p:nvPicPr>
        <p:blipFill rotWithShape="1">
          <a:blip r:embed="rId4">
            <a:extLst>
              <a:ext uri="{BEBA8EAE-BF5A-486C-A8C5-ECC9F3942E4B}">
                <a14:imgProps xmlns:a14="http://schemas.microsoft.com/office/drawing/2010/main">
                  <a14:imgLayer r:embed="rId5">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spTree>
    <p:extLst>
      <p:ext uri="{BB962C8B-B14F-4D97-AF65-F5344CB8AC3E}">
        <p14:creationId xmlns:p14="http://schemas.microsoft.com/office/powerpoint/2010/main" val="409001482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chemeClr val="accent5"/>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accent6"/>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dirty="0"/>
              <a:t>CLICK TO EDIT TITLE</a:t>
            </a:r>
            <a:endParaRPr lang="en-GB" noProof="0" dirty="0"/>
          </a:p>
        </p:txBody>
      </p:sp>
      <p:sp>
        <p:nvSpPr>
          <p:cNvPr id="2" name="Rectangle 1"/>
          <p:cNvSpPr/>
          <p:nvPr userDrawn="1"/>
        </p:nvSpPr>
        <p:spPr>
          <a:xfrm>
            <a:off x="0" y="3843795"/>
            <a:ext cx="8229600"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4258394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chemeClr val="accent5"/>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dirty="0"/>
              <a:t>CLICK TO EDIT TITLE</a:t>
            </a:r>
            <a:endParaRPr lang="en-GB" noProof="0" dirty="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61885061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chemeClr val="accent5"/>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dirty="0"/>
              <a:t>CLICK TO EDIT TITLE</a:t>
            </a:r>
            <a:endParaRPr lang="en-GB" noProof="0" dirty="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accent6"/>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0067858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bg1"/>
                </a:solidFill>
              </a:defRPr>
            </a:lvl1pPr>
          </a:lstStyle>
          <a:p>
            <a:r>
              <a:rPr lang="en-US" noProof="0" dirty="0"/>
              <a:t>CLICK TO EDIT TITLE</a:t>
            </a:r>
            <a:endParaRPr lang="en-GB" noProof="0" dirty="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39145110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chemeClr val="accent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5385691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chemeClr val="accent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bg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accent5"/>
          </a:solidFill>
        </p:spPr>
        <p:txBody>
          <a:bodyPr wrap="square" lIns="0" tIns="0" rIns="0" bIns="0" rtlCol="0"/>
          <a:lstStyle/>
          <a:p>
            <a:endParaRPr sz="1029"/>
          </a:p>
        </p:txBody>
      </p:sp>
    </p:spTree>
    <p:extLst>
      <p:ext uri="{BB962C8B-B14F-4D97-AF65-F5344CB8AC3E}">
        <p14:creationId xmlns:p14="http://schemas.microsoft.com/office/powerpoint/2010/main" val="207239077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26358932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539333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556656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648141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9064336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accent5"/>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925980356"/>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bg2"/>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5992201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5"/>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3398510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5"/>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E719BA34-23BB-1044-9AD7-64A0FC498A8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938007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5"/>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303A16D8-C47D-2646-8D74-7305970A0AC7}"/>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224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99CE94EC-D689-0844-B168-B5C04CE1057C}"/>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369713007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0D1907F4-B2E5-E241-8CFF-3C1A5962F4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4100298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chemeClr val="accent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5A35AD87-FF52-FA40-A269-A1F35A25AE41}"/>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37421560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592D96B5-6708-5946-B56D-48C7C909EBD0}"/>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45783969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accent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03573488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363942"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accent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0ADBD2A6-9D59-8A42-B712-28AECE5544C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54815009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9795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accent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425D0E0-656F-8441-9B06-9CCBF96661F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614564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accent5"/>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90422B83-86F8-9643-B75F-38DF13EE57D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74837420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85337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accent5"/>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ECDA1F6-68EE-9047-9ECF-D975CA62C8D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87827412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chemeClr val="accent5"/>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3F2FEA9A-101A-5A4C-83E2-4C0044BA6EE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6574872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582309"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accent5"/>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23A21BE0-4841-FF4C-ABD6-32E1F111A998}"/>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2832888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Activity 3">
    <p:bg>
      <p:bgPr>
        <a:solidFill>
          <a:srgbClr val="E8602E"/>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dirty="0"/>
          </a:p>
        </p:txBody>
      </p:sp>
      <p:sp>
        <p:nvSpPr>
          <p:cNvPr id="7" name="Title 1">
            <a:extLst>
              <a:ext uri="{FF2B5EF4-FFF2-40B4-BE49-F238E27FC236}">
                <a16:creationId xmlns:a16="http://schemas.microsoft.com/office/drawing/2014/main" id="{0B84A5C5-2EE0-4240-9019-8B715BEE897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DE123B60-D604-9A41-BA50-1BF4AC36AE93}"/>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193951543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1_Activity 3">
    <p:bg>
      <p:bgPr>
        <a:solidFill>
          <a:srgbClr val="FFD217"/>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2F7793DD-F793-8F4F-B74E-6B8630C8266F}"/>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BF20315E-2B12-1B43-A789-90CFB92D6FF0}"/>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246302576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2_Title Slide - White / Orange">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2B509EB7-6C12-4E21-BEEC-0CCC27628661}"/>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6A2322C5-1CF3-42B4-96D7-04AE4FF89F65}"/>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296929174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3_Title Slide - White / Orange">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t="16855" r="11010"/>
          <a:stretch/>
        </p:blipFill>
        <p:spPr>
          <a:xfrm>
            <a:off x="7171920" y="-4252"/>
            <a:ext cx="5020079" cy="5635931"/>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D507EE1D-A14D-478F-853C-B98EB3E70EB2}"/>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3A918B64-9105-4E90-815B-8AC734F02D2B}"/>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660924496"/>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Click to edit Master title style</a:t>
            </a:r>
            <a:endParaRPr lang="en-GB" noProof="0" dirty="0"/>
          </a:p>
        </p:txBody>
      </p:sp>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4" name="Text Placeholder 3"/>
          <p:cNvSpPr>
            <a:spLocks noGrp="1"/>
          </p:cNvSpPr>
          <p:nvPr>
            <p:ph type="body" sz="quarter" idx="10" hasCustomPrompt="1"/>
          </p:nvPr>
        </p:nvSpPr>
        <p:spPr>
          <a:xfrm>
            <a:off x="376237" y="5768975"/>
            <a:ext cx="6604609" cy="709613"/>
          </a:xfrm>
        </p:spPr>
        <p:txBody>
          <a:bodyPr/>
          <a:lstStyle>
            <a:lvl1pPr>
              <a:defRPr baseline="0"/>
            </a:lvl1pPr>
          </a:lstStyle>
          <a:p>
            <a:pPr lvl="0"/>
            <a:r>
              <a:rPr lang="en-US" dirty="0"/>
              <a:t>Subtitle here</a:t>
            </a:r>
          </a:p>
        </p:txBody>
      </p:sp>
    </p:spTree>
    <p:extLst>
      <p:ext uri="{BB962C8B-B14F-4D97-AF65-F5344CB8AC3E}">
        <p14:creationId xmlns:p14="http://schemas.microsoft.com/office/powerpoint/2010/main" val="4197715458"/>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1_Housekeeping">
    <p:bg>
      <p:bgPr>
        <a:solidFill>
          <a:srgbClr val="28CEF6"/>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3433681"/>
            <a:ext cx="5627171" cy="607967"/>
          </a:xfrm>
        </p:spPr>
        <p:txBody>
          <a:bodyPr anchor="t" anchorCtr="0">
            <a:noAutofit/>
          </a:bodyPr>
          <a:lstStyle>
            <a:lvl1pPr algn="l">
              <a:lnSpc>
                <a:spcPct val="100000"/>
              </a:lnSpc>
              <a:defRPr sz="4000" cap="all" baseline="0">
                <a:solidFill>
                  <a:schemeClr val="tx1"/>
                </a:solidFill>
              </a:defRPr>
            </a:lvl1pPr>
          </a:lstStyle>
          <a:p>
            <a:r>
              <a:rPr lang="en-US" noProof="0"/>
              <a:t>Housekeeping</a:t>
            </a:r>
            <a:endParaRPr lang="en-GB" noProof="0"/>
          </a:p>
        </p:txBody>
      </p:sp>
      <p:pic>
        <p:nvPicPr>
          <p:cNvPr id="7" name="Graphic 31">
            <a:extLst>
              <a:ext uri="{FF2B5EF4-FFF2-40B4-BE49-F238E27FC236}">
                <a16:creationId xmlns:a16="http://schemas.microsoft.com/office/drawing/2014/main" id="{946BC297-6DCC-9247-92F8-7D44337135A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Text Placeholder 6">
            <a:extLst>
              <a:ext uri="{FF2B5EF4-FFF2-40B4-BE49-F238E27FC236}">
                <a16:creationId xmlns:a16="http://schemas.microsoft.com/office/drawing/2014/main" id="{91EB17D6-1862-9E4C-AC48-E047218919E4}"/>
              </a:ext>
            </a:extLst>
          </p:cNvPr>
          <p:cNvSpPr>
            <a:spLocks noGrp="1"/>
          </p:cNvSpPr>
          <p:nvPr>
            <p:ph type="body" sz="quarter" idx="12" hasCustomPrompt="1"/>
          </p:nvPr>
        </p:nvSpPr>
        <p:spPr>
          <a:xfrm>
            <a:off x="384783" y="4333505"/>
            <a:ext cx="5627171" cy="1747940"/>
          </a:xfrm>
        </p:spPr>
        <p:txBody>
          <a:bodyPr/>
          <a:lstStyle>
            <a:lvl1pPr marL="342900" marR="0" indent="-342900" algn="l" defTabSz="914400" rtl="0" eaLnBrk="1" fontAlgn="auto" latinLnBrk="0" hangingPunct="1">
              <a:lnSpc>
                <a:spcPct val="100000"/>
              </a:lnSpc>
              <a:spcBef>
                <a:spcPts val="0"/>
              </a:spcBef>
              <a:spcAft>
                <a:spcPts val="600"/>
              </a:spcAft>
              <a:buClrTx/>
              <a:buSzPct val="115000"/>
              <a:buFont typeface="Arial" panose="020B0604020202020204" pitchFamily="34" charset="0"/>
              <a:buChar char="•"/>
              <a:tabLst/>
              <a:defRPr sz="2000" b="1" i="0" baseline="0">
                <a:solidFill>
                  <a:schemeClr val="tx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a:t>Edit text</a:t>
            </a:r>
          </a:p>
        </p:txBody>
      </p:sp>
    </p:spTree>
    <p:extLst>
      <p:ext uri="{BB962C8B-B14F-4D97-AF65-F5344CB8AC3E}">
        <p14:creationId xmlns:p14="http://schemas.microsoft.com/office/powerpoint/2010/main" val="75698405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Meet &amp; Greet 3">
    <p:bg>
      <p:bgPr>
        <a:solidFill>
          <a:srgbClr val="28CFF9"/>
        </a:solidFill>
        <a:effectLst/>
      </p:bgPr>
    </p:bg>
    <p:spTree>
      <p:nvGrpSpPr>
        <p:cNvPr id="1" name=""/>
        <p:cNvGrpSpPr/>
        <p:nvPr/>
      </p:nvGrpSpPr>
      <p:grpSpPr>
        <a:xfrm>
          <a:off x="0" y="0"/>
          <a:ext cx="0" cy="0"/>
          <a:chOff x="0" y="0"/>
          <a:chExt cx="0" cy="0"/>
        </a:xfrm>
      </p:grpSpPr>
      <p:pic>
        <p:nvPicPr>
          <p:cNvPr id="16"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627171" cy="808123"/>
          </a:xfrm>
        </p:spPr>
        <p:txBody>
          <a:bodyPr anchor="t" anchorCtr="0">
            <a:noAutofit/>
          </a:bodyPr>
          <a:lstStyle>
            <a:lvl1pPr algn="l">
              <a:lnSpc>
                <a:spcPts val="6000"/>
              </a:lnSpc>
              <a:defRPr sz="4000">
                <a:solidFill>
                  <a:srgbClr val="004050"/>
                </a:solidFill>
              </a:defRPr>
            </a:lvl1pPr>
          </a:lstStyle>
          <a:p>
            <a:r>
              <a:rPr lang="en-US" noProof="0"/>
              <a:t>Meet &amp; Greet</a:t>
            </a:r>
            <a:endParaRPr lang="en-GB" noProof="0"/>
          </a:p>
        </p:txBody>
      </p:sp>
      <p:sp>
        <p:nvSpPr>
          <p:cNvPr id="18" name="Text Placeholder 3"/>
          <p:cNvSpPr>
            <a:spLocks noGrp="1"/>
          </p:cNvSpPr>
          <p:nvPr>
            <p:ph type="body" sz="quarter" idx="10" hasCustomPrompt="1"/>
          </p:nvPr>
        </p:nvSpPr>
        <p:spPr>
          <a:xfrm>
            <a:off x="384785" y="2915404"/>
            <a:ext cx="4679121" cy="709613"/>
          </a:xfrm>
        </p:spPr>
        <p:txBody>
          <a:bodyPr/>
          <a:lstStyle>
            <a:lvl1pPr>
              <a:lnSpc>
                <a:spcPct val="100000"/>
              </a:lnSpc>
              <a:defRPr b="1" baseline="0"/>
            </a:lvl1pPr>
          </a:lstStyle>
          <a:p>
            <a:pPr lvl="0"/>
            <a:r>
              <a:rPr lang="en-US"/>
              <a:t>Click to edit instructions</a:t>
            </a:r>
          </a:p>
        </p:txBody>
      </p:sp>
      <p:pic>
        <p:nvPicPr>
          <p:cNvPr id="6" name="Picture 5">
            <a:extLst>
              <a:ext uri="{FF2B5EF4-FFF2-40B4-BE49-F238E27FC236}">
                <a16:creationId xmlns:a16="http://schemas.microsoft.com/office/drawing/2014/main" id="{F9FE28BE-DA40-4803-B8FE-167E8D45A140}"/>
              </a:ext>
            </a:extLst>
          </p:cNvPr>
          <p:cNvPicPr>
            <a:picLocks noChangeAspect="1"/>
          </p:cNvPicPr>
          <p:nvPr userDrawn="1"/>
        </p:nvPicPr>
        <p:blipFill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rcRect t="15421" r="12836"/>
          <a:stretch/>
        </p:blipFill>
        <p:spPr>
          <a:xfrm>
            <a:off x="7080085" y="-8547"/>
            <a:ext cx="5114764" cy="5671347"/>
          </a:xfrm>
          <a:prstGeom prst="rect">
            <a:avLst/>
          </a:prstGeom>
        </p:spPr>
      </p:pic>
    </p:spTree>
    <p:extLst>
      <p:ext uri="{BB962C8B-B14F-4D97-AF65-F5344CB8AC3E}">
        <p14:creationId xmlns:p14="http://schemas.microsoft.com/office/powerpoint/2010/main" val="293538855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Section Divider_01">
    <p:bg>
      <p:bgPr>
        <a:solidFill>
          <a:srgbClr val="28CEF6"/>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51C13B23-0164-1C4E-9E7A-3F1ECA7824F7}"/>
              </a:ext>
            </a:extLst>
          </p:cNvPr>
          <p:cNvGrpSpPr/>
          <p:nvPr userDrawn="1"/>
        </p:nvGrpSpPr>
        <p:grpSpPr>
          <a:xfrm>
            <a:off x="3297653" y="2366579"/>
            <a:ext cx="7767721" cy="4491421"/>
            <a:chOff x="7799133" y="1870745"/>
            <a:chExt cx="1010349" cy="584292"/>
          </a:xfrm>
          <a:solidFill>
            <a:schemeClr val="tx1"/>
          </a:solidFill>
        </p:grpSpPr>
        <p:sp>
          <p:nvSpPr>
            <p:cNvPr id="10" name="Freeform 9">
              <a:extLst>
                <a:ext uri="{FF2B5EF4-FFF2-40B4-BE49-F238E27FC236}">
                  <a16:creationId xmlns:a16="http://schemas.microsoft.com/office/drawing/2014/main" id="{2F450B4C-241D-A544-BBEF-175E01D6A139}"/>
                </a:ext>
              </a:extLst>
            </p:cNvPr>
            <p:cNvSpPr/>
            <p:nvPr/>
          </p:nvSpPr>
          <p:spPr>
            <a:xfrm>
              <a:off x="7799260" y="1870745"/>
              <a:ext cx="749300" cy="247650"/>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9300" h="247650">
                  <a:moveTo>
                    <a:pt x="749871" y="248186"/>
                  </a:moveTo>
                  <a:lnTo>
                    <a:pt x="0" y="248186"/>
                  </a:lnTo>
                  <a:lnTo>
                    <a:pt x="0" y="192497"/>
                  </a:lnTo>
                  <a:lnTo>
                    <a:pt x="603885" y="192497"/>
                  </a:lnTo>
                  <a:cubicBezTo>
                    <a:pt x="546036" y="134140"/>
                    <a:pt x="492760" y="74768"/>
                    <a:pt x="457200" y="219"/>
                  </a:cubicBezTo>
                  <a:cubicBezTo>
                    <a:pt x="477583" y="219"/>
                    <a:pt x="496443" y="854"/>
                    <a:pt x="515239" y="219"/>
                  </a:cubicBezTo>
                  <a:cubicBezTo>
                    <a:pt x="524031" y="-1141"/>
                    <a:pt x="532543" y="3956"/>
                    <a:pt x="535495" y="12347"/>
                  </a:cubicBezTo>
                  <a:cubicBezTo>
                    <a:pt x="553057" y="45816"/>
                    <a:pt x="574730" y="76961"/>
                    <a:pt x="600011" y="105057"/>
                  </a:cubicBezTo>
                  <a:cubicBezTo>
                    <a:pt x="643639" y="155126"/>
                    <a:pt x="691855" y="201004"/>
                    <a:pt x="744030" y="242090"/>
                  </a:cubicBezTo>
                  <a:cubicBezTo>
                    <a:pt x="745808" y="243551"/>
                    <a:pt x="747585" y="245011"/>
                    <a:pt x="749236" y="246535"/>
                  </a:cubicBezTo>
                  <a:cubicBezTo>
                    <a:pt x="749554" y="246599"/>
                    <a:pt x="749554" y="247170"/>
                    <a:pt x="749871" y="248186"/>
                  </a:cubicBezTo>
                  <a:close/>
                </a:path>
              </a:pathLst>
            </a:custGeom>
            <a:grpFill/>
            <a:ln w="6350" cap="flat">
              <a:noFill/>
              <a:prstDash val="solid"/>
              <a:miter/>
            </a:ln>
          </p:spPr>
          <p:txBody>
            <a:bodyPr rtlCol="0" anchor="ctr"/>
            <a:lstStyle/>
            <a:p>
              <a:endParaRPr lang="en-GB" sz="1351"/>
            </a:p>
          </p:txBody>
        </p:sp>
        <p:sp>
          <p:nvSpPr>
            <p:cNvPr id="11" name="Freeform 10">
              <a:extLst>
                <a:ext uri="{FF2B5EF4-FFF2-40B4-BE49-F238E27FC236}">
                  <a16:creationId xmlns:a16="http://schemas.microsoft.com/office/drawing/2014/main" id="{9B9C1B07-7BAD-DD4F-97E1-2FD89B2D1C40}"/>
                </a:ext>
              </a:extLst>
            </p:cNvPr>
            <p:cNvSpPr/>
            <p:nvPr/>
          </p:nvSpPr>
          <p:spPr>
            <a:xfrm>
              <a:off x="7799133" y="2208657"/>
              <a:ext cx="749300" cy="241300"/>
            </a:xfrm>
            <a:custGeom>
              <a:avLst/>
              <a:gdLst>
                <a:gd name="connsiteX0" fmla="*/ 601091 w 749300"/>
                <a:gd name="connsiteY0" fmla="*/ 55689 h 241300"/>
                <a:gd name="connsiteX1" fmla="*/ 0 w 749300"/>
                <a:gd name="connsiteY1" fmla="*/ 55689 h 241300"/>
                <a:gd name="connsiteX2" fmla="*/ 0 w 749300"/>
                <a:gd name="connsiteY2" fmla="*/ 0 h 241300"/>
                <a:gd name="connsiteX3" fmla="*/ 751269 w 749300"/>
                <a:gd name="connsiteY3" fmla="*/ 0 h 241300"/>
                <a:gd name="connsiteX4" fmla="*/ 720598 w 749300"/>
                <a:gd name="connsiteY4" fmla="*/ 25845 h 241300"/>
                <a:gd name="connsiteX5" fmla="*/ 586550 w 749300"/>
                <a:gd name="connsiteY5" fmla="*/ 159893 h 241300"/>
                <a:gd name="connsiteX6" fmla="*/ 531813 w 749300"/>
                <a:gd name="connsiteY6" fmla="*/ 241871 h 241300"/>
                <a:gd name="connsiteX7" fmla="*/ 524701 w 749300"/>
                <a:gd name="connsiteY7" fmla="*/ 246824 h 241300"/>
                <a:gd name="connsiteX8" fmla="*/ 461835 w 749300"/>
                <a:gd name="connsiteY8" fmla="*/ 246824 h 241300"/>
                <a:gd name="connsiteX9" fmla="*/ 458216 w 749300"/>
                <a:gd name="connsiteY9" fmla="*/ 246317 h 241300"/>
                <a:gd name="connsiteX10" fmla="*/ 522478 w 749300"/>
                <a:gd name="connsiteY10" fmla="*/ 144717 h 241300"/>
                <a:gd name="connsiteX11" fmla="*/ 601091 w 749300"/>
                <a:gd name="connsiteY11" fmla="*/ 55689 h 24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9300" h="241300">
                  <a:moveTo>
                    <a:pt x="601091" y="55689"/>
                  </a:moveTo>
                  <a:lnTo>
                    <a:pt x="0" y="55689"/>
                  </a:lnTo>
                  <a:lnTo>
                    <a:pt x="0" y="0"/>
                  </a:lnTo>
                  <a:lnTo>
                    <a:pt x="751269" y="0"/>
                  </a:lnTo>
                  <a:cubicBezTo>
                    <a:pt x="740220" y="9335"/>
                    <a:pt x="730377" y="17526"/>
                    <a:pt x="720598" y="25845"/>
                  </a:cubicBezTo>
                  <a:cubicBezTo>
                    <a:pt x="672008" y="66441"/>
                    <a:pt x="627146" y="111303"/>
                    <a:pt x="586550" y="159893"/>
                  </a:cubicBezTo>
                  <a:cubicBezTo>
                    <a:pt x="565442" y="185196"/>
                    <a:pt x="547093" y="212678"/>
                    <a:pt x="531813" y="241871"/>
                  </a:cubicBezTo>
                  <a:cubicBezTo>
                    <a:pt x="530328" y="244527"/>
                    <a:pt x="527706" y="246353"/>
                    <a:pt x="524701" y="246824"/>
                  </a:cubicBezTo>
                  <a:cubicBezTo>
                    <a:pt x="503746" y="247205"/>
                    <a:pt x="482791" y="246824"/>
                    <a:pt x="461835" y="246824"/>
                  </a:cubicBezTo>
                  <a:cubicBezTo>
                    <a:pt x="460621" y="246721"/>
                    <a:pt x="459412" y="246551"/>
                    <a:pt x="458216" y="246317"/>
                  </a:cubicBezTo>
                  <a:cubicBezTo>
                    <a:pt x="475005" y="209733"/>
                    <a:pt x="496619" y="175563"/>
                    <a:pt x="522478" y="144717"/>
                  </a:cubicBezTo>
                  <a:cubicBezTo>
                    <a:pt x="547751" y="114554"/>
                    <a:pt x="574802" y="85471"/>
                    <a:pt x="601091" y="55689"/>
                  </a:cubicBezTo>
                  <a:close/>
                </a:path>
              </a:pathLst>
            </a:custGeom>
            <a:grpFill/>
            <a:ln w="6350" cap="flat">
              <a:noFill/>
              <a:prstDash val="solid"/>
              <a:miter/>
            </a:ln>
          </p:spPr>
          <p:txBody>
            <a:bodyPr rtlCol="0" anchor="ctr"/>
            <a:lstStyle/>
            <a:p>
              <a:endParaRPr lang="en-GB" sz="1351"/>
            </a:p>
          </p:txBody>
        </p:sp>
        <p:sp>
          <p:nvSpPr>
            <p:cNvPr id="13" name="Freeform 12">
              <a:extLst>
                <a:ext uri="{FF2B5EF4-FFF2-40B4-BE49-F238E27FC236}">
                  <a16:creationId xmlns:a16="http://schemas.microsoft.com/office/drawing/2014/main" id="{17BA7C41-EA1C-2F4D-90C7-EC472AB85B8A}"/>
                </a:ext>
              </a:extLst>
            </p:cNvPr>
            <p:cNvSpPr/>
            <p:nvPr/>
          </p:nvSpPr>
          <p:spPr>
            <a:xfrm>
              <a:off x="8428482" y="1870837"/>
              <a:ext cx="381000" cy="584200"/>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sz="1351"/>
            </a:p>
          </p:txBody>
        </p:sp>
      </p:gr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1169541"/>
            <a:ext cx="5627171" cy="2277604"/>
          </a:xfrm>
        </p:spPr>
        <p:txBody>
          <a:bodyPr anchor="b" anchorCtr="0">
            <a:noAutofit/>
          </a:bodyPr>
          <a:lstStyle>
            <a:lvl1pPr algn="l">
              <a:lnSpc>
                <a:spcPct val="100000"/>
              </a:lnSpc>
              <a:defRPr sz="4000">
                <a:solidFill>
                  <a:schemeClr val="tx1"/>
                </a:solidFill>
              </a:defRPr>
            </a:lvl1pPr>
          </a:lstStyle>
          <a:p>
            <a:r>
              <a:rPr lang="en-US" noProof="0"/>
              <a:t>CLICK TO EDIT TITLE</a:t>
            </a:r>
            <a:endParaRPr lang="en-GB" noProof="0"/>
          </a:p>
        </p:txBody>
      </p:sp>
      <p:sp>
        <p:nvSpPr>
          <p:cNvPr id="2" name="Rectangle 1"/>
          <p:cNvSpPr/>
          <p:nvPr userDrawn="1"/>
        </p:nvSpPr>
        <p:spPr>
          <a:xfrm>
            <a:off x="0" y="3843795"/>
            <a:ext cx="8229600"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14" name="Rectangle 13"/>
          <p:cNvSpPr/>
          <p:nvPr userDrawn="1"/>
        </p:nvSpPr>
        <p:spPr>
          <a:xfrm>
            <a:off x="-10131" y="4967139"/>
            <a:ext cx="8239732" cy="43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76430007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Section Divider_02">
    <p:bg>
      <p:bgPr>
        <a:solidFill>
          <a:srgbClr val="28CEF6"/>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61FA821A-0A50-424D-A225-45CEE1614094}"/>
              </a:ext>
            </a:extLst>
          </p:cNvPr>
          <p:cNvSpPr/>
          <p:nvPr userDrawn="1"/>
        </p:nvSpPr>
        <p:spPr>
          <a:xfrm>
            <a:off x="-476898" y="-23149"/>
            <a:ext cx="10532124" cy="4160144"/>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991775"/>
            <a:ext cx="5627171" cy="1996915"/>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06770671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Section Divider_03">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grpSp>
        <p:nvGrpSpPr>
          <p:cNvPr id="19" name="Group 18">
            <a:extLst>
              <a:ext uri="{FF2B5EF4-FFF2-40B4-BE49-F238E27FC236}">
                <a16:creationId xmlns:a16="http://schemas.microsoft.com/office/drawing/2014/main" id="{0620F3F7-97AF-B146-9607-EBE029AF2969}"/>
              </a:ext>
            </a:extLst>
          </p:cNvPr>
          <p:cNvGrpSpPr/>
          <p:nvPr userDrawn="1"/>
        </p:nvGrpSpPr>
        <p:grpSpPr>
          <a:xfrm>
            <a:off x="-15598" y="2769835"/>
            <a:ext cx="9506731" cy="4129712"/>
            <a:chOff x="1797250" y="3059102"/>
            <a:chExt cx="1632958" cy="495300"/>
          </a:xfrm>
          <a:solidFill>
            <a:schemeClr val="tx1"/>
          </a:solidFill>
        </p:grpSpPr>
        <p:sp>
          <p:nvSpPr>
            <p:cNvPr id="20" name="Freeform 19">
              <a:extLst>
                <a:ext uri="{FF2B5EF4-FFF2-40B4-BE49-F238E27FC236}">
                  <a16:creationId xmlns:a16="http://schemas.microsoft.com/office/drawing/2014/main" id="{CA21023A-474B-0144-A46E-6891F7EACBA3}"/>
                </a:ext>
              </a:extLst>
            </p:cNvPr>
            <p:cNvSpPr/>
            <p:nvPr/>
          </p:nvSpPr>
          <p:spPr>
            <a:xfrm>
              <a:off x="3074608" y="3059102"/>
              <a:ext cx="355600" cy="495300"/>
            </a:xfrm>
            <a:custGeom>
              <a:avLst/>
              <a:gdLst>
                <a:gd name="connsiteX0" fmla="*/ 0 w 355600"/>
                <a:gd name="connsiteY0" fmla="*/ 137 h 495300"/>
                <a:gd name="connsiteX1" fmla="*/ 125667 w 355600"/>
                <a:gd name="connsiteY1" fmla="*/ 211148 h 495300"/>
                <a:gd name="connsiteX2" fmla="*/ 0 w 355600"/>
                <a:gd name="connsiteY2" fmla="*/ 211148 h 495300"/>
                <a:gd name="connsiteX3" fmla="*/ 0 w 355600"/>
                <a:gd name="connsiteY3" fmla="*/ 287792 h 495300"/>
                <a:gd name="connsiteX4" fmla="*/ 125730 w 355600"/>
                <a:gd name="connsiteY4" fmla="*/ 287792 h 495300"/>
                <a:gd name="connsiteX5" fmla="*/ 317 w 355600"/>
                <a:gd name="connsiteY5" fmla="*/ 498358 h 495300"/>
                <a:gd name="connsiteX6" fmla="*/ 49022 w 355600"/>
                <a:gd name="connsiteY6" fmla="*/ 498358 h 495300"/>
                <a:gd name="connsiteX7" fmla="*/ 59627 w 355600"/>
                <a:gd name="connsiteY7" fmla="*/ 492961 h 495300"/>
                <a:gd name="connsiteX8" fmla="*/ 284036 w 355600"/>
                <a:gd name="connsiteY8" fmla="*/ 300746 h 495300"/>
                <a:gd name="connsiteX9" fmla="*/ 350583 w 355600"/>
                <a:gd name="connsiteY9" fmla="*/ 271727 h 495300"/>
                <a:gd name="connsiteX10" fmla="*/ 359410 w 355600"/>
                <a:gd name="connsiteY10" fmla="*/ 259027 h 495300"/>
                <a:gd name="connsiteX11" fmla="*/ 359410 w 355600"/>
                <a:gd name="connsiteY11" fmla="*/ 236040 h 495300"/>
                <a:gd name="connsiteX12" fmla="*/ 353886 w 355600"/>
                <a:gd name="connsiteY12" fmla="*/ 227658 h 495300"/>
                <a:gd name="connsiteX13" fmla="*/ 310007 w 355600"/>
                <a:gd name="connsiteY13" fmla="*/ 209624 h 495300"/>
                <a:gd name="connsiteX14" fmla="*/ 167005 w 355600"/>
                <a:gd name="connsiteY14" fmla="*/ 122248 h 495300"/>
                <a:gd name="connsiteX15" fmla="*/ 59055 w 355600"/>
                <a:gd name="connsiteY15" fmla="*/ 5027 h 495300"/>
                <a:gd name="connsiteX16" fmla="*/ 52705 w 355600"/>
                <a:gd name="connsiteY16" fmla="*/ 264 h 495300"/>
                <a:gd name="connsiteX17" fmla="*/ 0 w 355600"/>
                <a:gd name="connsiteY17" fmla="*/ 137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55600" h="495300">
                  <a:moveTo>
                    <a:pt x="0" y="137"/>
                  </a:moveTo>
                  <a:cubicBezTo>
                    <a:pt x="26861" y="79512"/>
                    <a:pt x="69850" y="147648"/>
                    <a:pt x="125667" y="211148"/>
                  </a:cubicBezTo>
                  <a:lnTo>
                    <a:pt x="0" y="211148"/>
                  </a:lnTo>
                  <a:lnTo>
                    <a:pt x="0" y="287792"/>
                  </a:lnTo>
                  <a:lnTo>
                    <a:pt x="125730" y="287792"/>
                  </a:lnTo>
                  <a:cubicBezTo>
                    <a:pt x="70295" y="350784"/>
                    <a:pt x="27051" y="419110"/>
                    <a:pt x="317" y="498358"/>
                  </a:cubicBezTo>
                  <a:cubicBezTo>
                    <a:pt x="17463" y="498358"/>
                    <a:pt x="33274" y="498358"/>
                    <a:pt x="49022" y="498358"/>
                  </a:cubicBezTo>
                  <a:cubicBezTo>
                    <a:pt x="53300" y="498747"/>
                    <a:pt x="57423" y="496649"/>
                    <a:pt x="59627" y="492961"/>
                  </a:cubicBezTo>
                  <a:cubicBezTo>
                    <a:pt x="116948" y="410922"/>
                    <a:pt x="194164" y="344783"/>
                    <a:pt x="284036" y="300746"/>
                  </a:cubicBezTo>
                  <a:cubicBezTo>
                    <a:pt x="305626" y="289951"/>
                    <a:pt x="328486" y="280998"/>
                    <a:pt x="350583" y="271727"/>
                  </a:cubicBezTo>
                  <a:cubicBezTo>
                    <a:pt x="356933" y="269187"/>
                    <a:pt x="360236" y="266647"/>
                    <a:pt x="359410" y="259027"/>
                  </a:cubicBezTo>
                  <a:cubicBezTo>
                    <a:pt x="358838" y="251375"/>
                    <a:pt x="358838" y="243691"/>
                    <a:pt x="359410" y="236040"/>
                  </a:cubicBezTo>
                  <a:cubicBezTo>
                    <a:pt x="360020" y="232236"/>
                    <a:pt x="357622" y="228597"/>
                    <a:pt x="353886" y="227658"/>
                  </a:cubicBezTo>
                  <a:cubicBezTo>
                    <a:pt x="339154" y="221943"/>
                    <a:pt x="324485" y="216037"/>
                    <a:pt x="310007" y="209624"/>
                  </a:cubicBezTo>
                  <a:cubicBezTo>
                    <a:pt x="258591" y="187132"/>
                    <a:pt x="210481" y="157736"/>
                    <a:pt x="167005" y="122248"/>
                  </a:cubicBezTo>
                  <a:cubicBezTo>
                    <a:pt x="125940" y="88179"/>
                    <a:pt x="89633" y="48753"/>
                    <a:pt x="59055" y="5027"/>
                  </a:cubicBezTo>
                  <a:cubicBezTo>
                    <a:pt x="57595" y="2995"/>
                    <a:pt x="54991" y="264"/>
                    <a:pt x="52705" y="264"/>
                  </a:cubicBezTo>
                  <a:cubicBezTo>
                    <a:pt x="35623" y="-244"/>
                    <a:pt x="18542" y="137"/>
                    <a:pt x="0" y="137"/>
                  </a:cubicBezTo>
                  <a:close/>
                </a:path>
              </a:pathLst>
            </a:custGeom>
            <a:grpFill/>
            <a:ln w="6350" cap="flat">
              <a:noFill/>
              <a:prstDash val="solid"/>
              <a:miter/>
            </a:ln>
          </p:spPr>
          <p:txBody>
            <a:bodyPr rtlCol="0" anchor="ctr"/>
            <a:lstStyle/>
            <a:p>
              <a:endParaRPr lang="en-GB" sz="1351"/>
            </a:p>
          </p:txBody>
        </p:sp>
        <p:sp>
          <p:nvSpPr>
            <p:cNvPr id="21" name="Freeform 20">
              <a:extLst>
                <a:ext uri="{FF2B5EF4-FFF2-40B4-BE49-F238E27FC236}">
                  <a16:creationId xmlns:a16="http://schemas.microsoft.com/office/drawing/2014/main" id="{11125A82-9F1E-D544-A9D5-8EBBE0CE98CB}"/>
                </a:ext>
              </a:extLst>
            </p:cNvPr>
            <p:cNvSpPr/>
            <p:nvPr/>
          </p:nvSpPr>
          <p:spPr>
            <a:xfrm>
              <a:off x="2857184"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2" name="Freeform 21">
              <a:extLst>
                <a:ext uri="{FF2B5EF4-FFF2-40B4-BE49-F238E27FC236}">
                  <a16:creationId xmlns:a16="http://schemas.microsoft.com/office/drawing/2014/main" id="{61FA2485-BE37-EB43-82FC-44BC6A521F28}"/>
                </a:ext>
              </a:extLst>
            </p:cNvPr>
            <p:cNvSpPr/>
            <p:nvPr/>
          </p:nvSpPr>
          <p:spPr>
            <a:xfrm>
              <a:off x="2639443"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3" name="Freeform 22">
              <a:extLst>
                <a:ext uri="{FF2B5EF4-FFF2-40B4-BE49-F238E27FC236}">
                  <a16:creationId xmlns:a16="http://schemas.microsoft.com/office/drawing/2014/main" id="{1ABBAC25-9CFA-644F-9F7A-84C5F5E0F15B}"/>
                </a:ext>
              </a:extLst>
            </p:cNvPr>
            <p:cNvSpPr/>
            <p:nvPr/>
          </p:nvSpPr>
          <p:spPr>
            <a:xfrm>
              <a:off x="2423289" y="3270504"/>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4" name="Freeform 23">
              <a:extLst>
                <a:ext uri="{FF2B5EF4-FFF2-40B4-BE49-F238E27FC236}">
                  <a16:creationId xmlns:a16="http://schemas.microsoft.com/office/drawing/2014/main" id="{1ABBAC25-9CFA-644F-9F7A-84C5F5E0F15B}"/>
                </a:ext>
              </a:extLst>
            </p:cNvPr>
            <p:cNvSpPr/>
            <p:nvPr userDrawn="1"/>
          </p:nvSpPr>
          <p:spPr>
            <a:xfrm>
              <a:off x="2214610" y="3272845"/>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5" name="Freeform 24">
              <a:extLst>
                <a:ext uri="{FF2B5EF4-FFF2-40B4-BE49-F238E27FC236}">
                  <a16:creationId xmlns:a16="http://schemas.microsoft.com/office/drawing/2014/main" id="{1ABBAC25-9CFA-644F-9F7A-84C5F5E0F15B}"/>
                </a:ext>
              </a:extLst>
            </p:cNvPr>
            <p:cNvSpPr/>
            <p:nvPr userDrawn="1"/>
          </p:nvSpPr>
          <p:spPr>
            <a:xfrm>
              <a:off x="2005930" y="3275186"/>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sp>
          <p:nvSpPr>
            <p:cNvPr id="26" name="Freeform 25">
              <a:extLst>
                <a:ext uri="{FF2B5EF4-FFF2-40B4-BE49-F238E27FC236}">
                  <a16:creationId xmlns:a16="http://schemas.microsoft.com/office/drawing/2014/main" id="{1ABBAC25-9CFA-644F-9F7A-84C5F5E0F15B}"/>
                </a:ext>
              </a:extLst>
            </p:cNvPr>
            <p:cNvSpPr/>
            <p:nvPr userDrawn="1"/>
          </p:nvSpPr>
          <p:spPr>
            <a:xfrm>
              <a:off x="1797250" y="3277527"/>
              <a:ext cx="120650" cy="76200"/>
            </a:xfrm>
            <a:custGeom>
              <a:avLst/>
              <a:gdLst>
                <a:gd name="connsiteX0" fmla="*/ 0 w 120650"/>
                <a:gd name="connsiteY0" fmla="*/ 0 h 76200"/>
                <a:gd name="connsiteX1" fmla="*/ 121095 w 120650"/>
                <a:gd name="connsiteY1" fmla="*/ 0 h 76200"/>
                <a:gd name="connsiteX2" fmla="*/ 121095 w 120650"/>
                <a:gd name="connsiteY2" fmla="*/ 76644 h 76200"/>
                <a:gd name="connsiteX3" fmla="*/ 0 w 120650"/>
                <a:gd name="connsiteY3" fmla="*/ 76644 h 76200"/>
              </a:gdLst>
              <a:ahLst/>
              <a:cxnLst>
                <a:cxn ang="0">
                  <a:pos x="connsiteX0" y="connsiteY0"/>
                </a:cxn>
                <a:cxn ang="0">
                  <a:pos x="connsiteX1" y="connsiteY1"/>
                </a:cxn>
                <a:cxn ang="0">
                  <a:pos x="connsiteX2" y="connsiteY2"/>
                </a:cxn>
                <a:cxn ang="0">
                  <a:pos x="connsiteX3" y="connsiteY3"/>
                </a:cxn>
              </a:cxnLst>
              <a:rect l="l" t="t" r="r" b="b"/>
              <a:pathLst>
                <a:path w="120650" h="76200">
                  <a:moveTo>
                    <a:pt x="0" y="0"/>
                  </a:moveTo>
                  <a:lnTo>
                    <a:pt x="121095" y="0"/>
                  </a:lnTo>
                  <a:lnTo>
                    <a:pt x="121095" y="76644"/>
                  </a:lnTo>
                  <a:lnTo>
                    <a:pt x="0" y="76644"/>
                  </a:lnTo>
                  <a:close/>
                </a:path>
              </a:pathLst>
            </a:custGeom>
            <a:grpFill/>
            <a:ln w="6350" cap="flat">
              <a:noFill/>
              <a:prstDash val="solid"/>
              <a:miter/>
            </a:ln>
          </p:spPr>
          <p:txBody>
            <a:bodyPr rtlCol="0" anchor="ctr"/>
            <a:lstStyle/>
            <a:p>
              <a:endParaRPr lang="en-GB" sz="1351"/>
            </a:p>
          </p:txBody>
        </p:sp>
      </p:gr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061143813"/>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Section Divider_04">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2683934"/>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sp>
        <p:nvSpPr>
          <p:cNvPr id="13" name="Freeform 12">
            <a:extLst>
              <a:ext uri="{FF2B5EF4-FFF2-40B4-BE49-F238E27FC236}">
                <a16:creationId xmlns:a16="http://schemas.microsoft.com/office/drawing/2014/main" id="{5D4E77AD-4E3B-4C4C-B2E4-D1513A99EF68}"/>
              </a:ext>
            </a:extLst>
          </p:cNvPr>
          <p:cNvSpPr/>
          <p:nvPr userDrawn="1"/>
        </p:nvSpPr>
        <p:spPr>
          <a:xfrm>
            <a:off x="3892133" y="1"/>
            <a:ext cx="6522287" cy="3665940"/>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2" name="Rectangle 1"/>
          <p:cNvSpPr/>
          <p:nvPr userDrawn="1"/>
        </p:nvSpPr>
        <p:spPr>
          <a:xfrm>
            <a:off x="2" y="1562471"/>
            <a:ext cx="8120063" cy="579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6382126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Section Divider_05">
    <p:bg>
      <p:bgPr>
        <a:solidFill>
          <a:srgbClr val="28CEF6"/>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7037" y="2334828"/>
            <a:ext cx="5627171" cy="1828801"/>
          </a:xfrm>
        </p:spPr>
        <p:txBody>
          <a:bodyPr anchor="b"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5"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2" name="Freeform 11">
            <a:extLst>
              <a:ext uri="{FF2B5EF4-FFF2-40B4-BE49-F238E27FC236}">
                <a16:creationId xmlns:a16="http://schemas.microsoft.com/office/drawing/2014/main" id="{FB11C077-9A8E-2F4A-B187-45707B1D3828}"/>
              </a:ext>
            </a:extLst>
          </p:cNvPr>
          <p:cNvSpPr/>
          <p:nvPr userDrawn="1"/>
        </p:nvSpPr>
        <p:spPr>
          <a:xfrm>
            <a:off x="-100361" y="2216289"/>
            <a:ext cx="11411496" cy="5526323"/>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1872642853"/>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ection Divider_06">
    <p:bg>
      <p:bgPr>
        <a:solidFill>
          <a:srgbClr val="28CEF6"/>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342302"/>
            <a:ext cx="5619141" cy="1905823"/>
          </a:xfrm>
        </p:spPr>
        <p:txBody>
          <a:bodyPr anchor="t" anchorCtr="0">
            <a:noAutofit/>
          </a:bodyPr>
          <a:lstStyle>
            <a:lvl1pPr algn="l">
              <a:lnSpc>
                <a:spcPts val="6000"/>
              </a:lnSpc>
              <a:defRPr sz="4000" cap="all" baseline="0">
                <a:solidFill>
                  <a:schemeClr val="tx1"/>
                </a:solidFill>
              </a:defRPr>
            </a:lvl1pPr>
          </a:lstStyle>
          <a:p>
            <a:r>
              <a:rPr lang="en-US" noProof="0"/>
              <a:t>CLICK TO EDIT TITLE</a:t>
            </a:r>
            <a:endParaRPr lang="en-GB" noProof="0"/>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6" name="object 3">
            <a:extLst>
              <a:ext uri="{FF2B5EF4-FFF2-40B4-BE49-F238E27FC236}">
                <a16:creationId xmlns:a16="http://schemas.microsoft.com/office/drawing/2014/main" id="{3B8D502C-1FF9-3D42-ACFF-5BBCD5236A27}"/>
              </a:ext>
            </a:extLst>
          </p:cNvPr>
          <p:cNvSpPr/>
          <p:nvPr userDrawn="1"/>
        </p:nvSpPr>
        <p:spPr>
          <a:xfrm>
            <a:off x="0" y="1"/>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1"/>
          </a:solidFill>
        </p:spPr>
        <p:txBody>
          <a:bodyPr wrap="square" lIns="0" tIns="0" rIns="0" bIns="0" rtlCol="0"/>
          <a:lstStyle/>
          <a:p>
            <a:endParaRPr sz="1029"/>
          </a:p>
        </p:txBody>
      </p:sp>
    </p:spTree>
    <p:extLst>
      <p:ext uri="{BB962C8B-B14F-4D97-AF65-F5344CB8AC3E}">
        <p14:creationId xmlns:p14="http://schemas.microsoft.com/office/powerpoint/2010/main" val="139338046"/>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solidFill>
                <a:schemeClr val="tx1"/>
              </a:solidFill>
            </a:endParaRPr>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9" name="Text Placeholder 4"/>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21" name="Freeform 20">
            <a:extLst>
              <a:ext uri="{FF2B5EF4-FFF2-40B4-BE49-F238E27FC236}">
                <a16:creationId xmlns:a16="http://schemas.microsoft.com/office/drawing/2014/main" id="{61FA821A-0A50-424D-A225-45CEE1614094}"/>
              </a:ext>
            </a:extLst>
          </p:cNvPr>
          <p:cNvSpPr/>
          <p:nvPr userDrawn="1"/>
        </p:nvSpPr>
        <p:spPr>
          <a:xfrm>
            <a:off x="417802" y="4499269"/>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chemeClr val="tx1"/>
          </a:solidFill>
          <a:ln w="6350" cap="flat">
            <a:noFill/>
            <a:prstDash val="solid"/>
            <a:miter/>
          </a:ln>
        </p:spPr>
        <p:txBody>
          <a:bodyPr rtlCol="0" anchor="ctr"/>
          <a:lstStyle/>
          <a:p>
            <a:endParaRPr lang="en-GB" sz="1351"/>
          </a:p>
        </p:txBody>
      </p:sp>
      <p:pic>
        <p:nvPicPr>
          <p:cNvPr id="12"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02340633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2">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8" name="Text Placeholder 2"/>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D4E77AD-4E3B-4C4C-B2E4-D1513A99EF68}"/>
              </a:ext>
            </a:extLst>
          </p:cNvPr>
          <p:cNvSpPr/>
          <p:nvPr userDrawn="1"/>
        </p:nvSpPr>
        <p:spPr>
          <a:xfrm>
            <a:off x="495142" y="4535883"/>
            <a:ext cx="3926984" cy="192644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chemeClr val="tx1"/>
          </a:solidFill>
          <a:ln w="6350" cap="flat">
            <a:noFill/>
            <a:prstDash val="solid"/>
            <a:miter/>
          </a:ln>
        </p:spPr>
        <p:txBody>
          <a:bodyPr rtlCol="0" anchor="ctr"/>
          <a:lstStyle/>
          <a:p>
            <a:endParaRPr lang="en-GB" sz="1351"/>
          </a:p>
        </p:txBody>
      </p:sp>
      <p:sp>
        <p:nvSpPr>
          <p:cNvPr id="11"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C31A1520-9762-9D4E-B7A4-3C5D710384B3}"/>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sp>
        <p:nvSpPr>
          <p:cNvPr id="18" name="Rectangle 17">
            <a:extLst>
              <a:ext uri="{FF2B5EF4-FFF2-40B4-BE49-F238E27FC236}">
                <a16:creationId xmlns:a16="http://schemas.microsoft.com/office/drawing/2014/main" id="{2337B3A4-A397-5342-874C-2D7CDECCB652}"/>
              </a:ext>
            </a:extLst>
          </p:cNvPr>
          <p:cNvSpPr/>
          <p:nvPr userDrawn="1"/>
        </p:nvSpPr>
        <p:spPr>
          <a:xfrm>
            <a:off x="-1" y="5361887"/>
            <a:ext cx="738525" cy="298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1329182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3">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36DE376F-0276-8A49-B76E-60C033C37B7D}"/>
              </a:ext>
            </a:extLst>
          </p:cNvPr>
          <p:cNvSpPr/>
          <p:nvPr userDrawn="1"/>
        </p:nvSpPr>
        <p:spPr>
          <a:xfrm>
            <a:off x="1083384" y="4112788"/>
            <a:ext cx="3265376" cy="371480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chemeClr val="tx1"/>
          </a:solidFill>
          <a:ln w="6350" cap="flat">
            <a:noFill/>
            <a:prstDash val="solid"/>
            <a:miter/>
          </a:ln>
        </p:spPr>
        <p:txBody>
          <a:bodyPr rtlCol="0" anchor="ctr"/>
          <a:lstStyle/>
          <a:p>
            <a:endParaRPr lang="en-GB"/>
          </a:p>
        </p:txBody>
      </p:sp>
      <p:sp>
        <p:nvSpPr>
          <p:cNvPr id="8" name="Text Placeholder 2">
            <a:extLst>
              <a:ext uri="{FF2B5EF4-FFF2-40B4-BE49-F238E27FC236}">
                <a16:creationId xmlns:a16="http://schemas.microsoft.com/office/drawing/2014/main" id="{7B790C94-38C6-124E-A068-B27EBBE704D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a:extLst>
              <a:ext uri="{FF2B5EF4-FFF2-40B4-BE49-F238E27FC236}">
                <a16:creationId xmlns:a16="http://schemas.microsoft.com/office/drawing/2014/main" id="{42CBA93B-AD8D-FC4A-90F2-CE0DB38011E0}"/>
              </a:ext>
            </a:extLst>
          </p:cNvPr>
          <p:cNvSpPr>
            <a:spLocks noGrp="1"/>
          </p:cNvSpPr>
          <p:nvPr>
            <p:ph type="body" sz="quarter" idx="15" hasCustomPrompt="1"/>
          </p:nvPr>
        </p:nvSpPr>
        <p:spPr>
          <a:xfrm>
            <a:off x="5037138" y="1349986"/>
            <a:ext cx="6770687" cy="5112343"/>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GB"/>
              <a:t>Second level</a:t>
            </a:r>
          </a:p>
          <a:p>
            <a:pPr lvl="1"/>
            <a:r>
              <a:rPr lang="en-GB"/>
              <a:t>Third level</a:t>
            </a:r>
          </a:p>
          <a:p>
            <a:pPr lvl="1"/>
            <a:r>
              <a:rPr lang="en-GB"/>
              <a:t>Fourth level</a:t>
            </a:r>
          </a:p>
          <a:p>
            <a:pPr lvl="1"/>
            <a:r>
              <a:rPr lang="en-GB"/>
              <a:t>Fifth level</a:t>
            </a:r>
          </a:p>
        </p:txBody>
      </p:sp>
      <p:pic>
        <p:nvPicPr>
          <p:cNvPr id="13" name="Graphic 31">
            <a:extLst>
              <a:ext uri="{FF2B5EF4-FFF2-40B4-BE49-F238E27FC236}">
                <a16:creationId xmlns:a16="http://schemas.microsoft.com/office/drawing/2014/main" id="{5D69E953-4DB2-B941-B4AE-DF2DF1970A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718900440"/>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9" name="Freeform 8">
            <a:extLst>
              <a:ext uri="{FF2B5EF4-FFF2-40B4-BE49-F238E27FC236}">
                <a16:creationId xmlns:a16="http://schemas.microsoft.com/office/drawing/2014/main" id="{35B5D0DF-4895-DB4F-85D9-C3FFDE55B8C8}"/>
              </a:ext>
            </a:extLst>
          </p:cNvPr>
          <p:cNvSpPr/>
          <p:nvPr userDrawn="1"/>
        </p:nvSpPr>
        <p:spPr>
          <a:xfrm>
            <a:off x="384784" y="4743413"/>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chemeClr val="tx1"/>
          </a:solidFill>
          <a:ln w="6350" cap="flat">
            <a:noFill/>
            <a:prstDash val="solid"/>
            <a:miter/>
          </a:ln>
        </p:spPr>
        <p:txBody>
          <a:bodyPr rtlCol="0" anchor="ctr"/>
          <a:lstStyle/>
          <a:p>
            <a:endParaRPr lang="en-GB" sz="1351"/>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Text Placeholder 2">
            <a:extLst>
              <a:ext uri="{FF2B5EF4-FFF2-40B4-BE49-F238E27FC236}">
                <a16:creationId xmlns:a16="http://schemas.microsoft.com/office/drawing/2014/main" id="{F37A16D5-89FE-3B4E-BA82-DFEE96CEA3E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3164A13-D2CE-5342-8D75-2ADD2934967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803295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5">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1"/>
          </a:p>
        </p:txBody>
      </p:sp>
      <p:sp>
        <p:nvSpPr>
          <p:cNvPr id="7" name="Text Placeholder 4"/>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chemeClr val="tx1"/>
          </a:solidFill>
          <a:ln w="6350" cap="flat">
            <a:noFill/>
            <a:prstDash val="solid"/>
            <a:miter/>
          </a:ln>
        </p:spPr>
        <p:txBody>
          <a:bodyPr rtlCol="0" anchor="ctr"/>
          <a:lstStyle/>
          <a:p>
            <a:endParaRPr lang="en-GB" sz="1351"/>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2" name="Text Placeholder 2">
            <a:extLst>
              <a:ext uri="{FF2B5EF4-FFF2-40B4-BE49-F238E27FC236}">
                <a16:creationId xmlns:a16="http://schemas.microsoft.com/office/drawing/2014/main" id="{CC14CCF0-8BA3-264F-9F0E-ECBF2D299989}"/>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41CD3697-753A-0647-9FAB-C202C65A37F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618304398"/>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6">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6" name="Text Placeholder 4">
            <a:extLst>
              <a:ext uri="{FF2B5EF4-FFF2-40B4-BE49-F238E27FC236}">
                <a16:creationId xmlns:a16="http://schemas.microsoft.com/office/drawing/2014/main" id="{D8A86F5A-A513-9341-866D-7D9CDC08496B}"/>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grpSp>
        <p:nvGrpSpPr>
          <p:cNvPr id="18" name="Group 17">
            <a:extLst>
              <a:ext uri="{FF2B5EF4-FFF2-40B4-BE49-F238E27FC236}">
                <a16:creationId xmlns:a16="http://schemas.microsoft.com/office/drawing/2014/main" id="{6583914F-58FB-B34E-8161-C66E669476AF}"/>
              </a:ext>
            </a:extLst>
          </p:cNvPr>
          <p:cNvGrpSpPr/>
          <p:nvPr userDrawn="1"/>
        </p:nvGrpSpPr>
        <p:grpSpPr>
          <a:xfrm>
            <a:off x="-562704" y="4391077"/>
            <a:ext cx="5338709" cy="2177830"/>
            <a:chOff x="-2229" y="2361812"/>
            <a:chExt cx="11067619" cy="4514835"/>
          </a:xfrm>
          <a:solidFill>
            <a:schemeClr val="tx1"/>
          </a:solidFill>
        </p:grpSpPr>
        <p:sp>
          <p:nvSpPr>
            <p:cNvPr id="19" name="Freeform 18">
              <a:extLst>
                <a:ext uri="{FF2B5EF4-FFF2-40B4-BE49-F238E27FC236}">
                  <a16:creationId xmlns:a16="http://schemas.microsoft.com/office/drawing/2014/main" id="{E1FD4820-850C-3047-9711-AD5DD789A3DD}"/>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E3AE8E64-5267-3141-A055-FBE33FE8BF5B}"/>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A4413C9C-C76C-B642-B162-F8DBD3B14B9D}"/>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12" name="Text Placeholder 2">
            <a:extLst>
              <a:ext uri="{FF2B5EF4-FFF2-40B4-BE49-F238E27FC236}">
                <a16:creationId xmlns:a16="http://schemas.microsoft.com/office/drawing/2014/main" id="{5A5CFF8B-1DAA-6C49-BE97-25191944300E}"/>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3" name="Graphic 31">
            <a:extLst>
              <a:ext uri="{FF2B5EF4-FFF2-40B4-BE49-F238E27FC236}">
                <a16:creationId xmlns:a16="http://schemas.microsoft.com/office/drawing/2014/main" id="{F0A764D6-0F7D-EB44-A897-7F9C735CB5F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110055904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7">
    <p:spTree>
      <p:nvGrpSpPr>
        <p:cNvPr id="1" name=""/>
        <p:cNvGrpSpPr/>
        <p:nvPr/>
      </p:nvGrpSpPr>
      <p:grpSpPr>
        <a:xfrm>
          <a:off x="0" y="0"/>
          <a:ext cx="0" cy="0"/>
          <a:chOff x="0" y="0"/>
          <a:chExt cx="0" cy="0"/>
        </a:xfrm>
      </p:grpSpPr>
      <p:sp>
        <p:nvSpPr>
          <p:cNvPr id="6" name="Rectangle 5"/>
          <p:cNvSpPr/>
          <p:nvPr userDrawn="1"/>
        </p:nvSpPr>
        <p:spPr>
          <a:xfrm>
            <a:off x="0" y="0"/>
            <a:ext cx="4070352" cy="68580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Freeform 10">
            <a:extLst>
              <a:ext uri="{FF2B5EF4-FFF2-40B4-BE49-F238E27FC236}">
                <a16:creationId xmlns:a16="http://schemas.microsoft.com/office/drawing/2014/main" id="{8857B351-2725-8440-AA09-147EA78EACC8}"/>
              </a:ext>
            </a:extLst>
          </p:cNvPr>
          <p:cNvSpPr/>
          <p:nvPr userDrawn="1"/>
        </p:nvSpPr>
        <p:spPr>
          <a:xfrm>
            <a:off x="-84149" y="4328581"/>
            <a:ext cx="4637893" cy="1993841"/>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chemeClr val="tx1"/>
          </a:solidFill>
          <a:ln w="6350" cap="flat">
            <a:noFill/>
            <a:prstDash val="solid"/>
            <a:miter/>
          </a:ln>
        </p:spPr>
        <p:txBody>
          <a:bodyPr rtlCol="0" anchor="ctr"/>
          <a:lstStyle/>
          <a:p>
            <a:endParaRPr lang="en-GB"/>
          </a:p>
        </p:txBody>
      </p:sp>
      <p:sp>
        <p:nvSpPr>
          <p:cNvPr id="12" name="Text Placeholder 4">
            <a:extLst>
              <a:ext uri="{FF2B5EF4-FFF2-40B4-BE49-F238E27FC236}">
                <a16:creationId xmlns:a16="http://schemas.microsoft.com/office/drawing/2014/main" id="{38D7BEBB-3A9D-CE4F-9ABE-4764209FC9CD}"/>
              </a:ext>
            </a:extLst>
          </p:cNvPr>
          <p:cNvSpPr>
            <a:spLocks noGrp="1"/>
          </p:cNvSpPr>
          <p:nvPr>
            <p:ph type="body" sz="quarter" idx="15" hasCustomPrompt="1"/>
          </p:nvPr>
        </p:nvSpPr>
        <p:spPr>
          <a:xfrm>
            <a:off x="5037137" y="1349986"/>
            <a:ext cx="6770688" cy="5119407"/>
          </a:xfrm>
        </p:spPr>
        <p:txBody>
          <a:bodyPr/>
          <a:lstStyle>
            <a:lvl1pPr marL="0" indent="0">
              <a:lnSpc>
                <a:spcPct val="100000"/>
              </a:lnSpc>
              <a:buFont typeface="Arial" panose="020B0604020202020204" pitchFamily="34" charset="0"/>
              <a:buNone/>
              <a:defRPr sz="1800" b="0"/>
            </a:lvl1pPr>
            <a:lvl2pPr marL="179996" indent="-179996">
              <a:lnSpc>
                <a:spcPct val="100000"/>
              </a:lnSpc>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a:p>
            <a:pPr lvl="1"/>
            <a:r>
              <a:rPr lang="en-US"/>
              <a:t>Second level</a:t>
            </a:r>
          </a:p>
          <a:p>
            <a:pPr lvl="2"/>
            <a:r>
              <a:rPr lang="en-US"/>
              <a:t>Third level</a:t>
            </a:r>
          </a:p>
          <a:p>
            <a:pPr lvl="3"/>
            <a:r>
              <a:rPr lang="en-US"/>
              <a:t>Fourth level</a:t>
            </a:r>
          </a:p>
          <a:p>
            <a:pPr lvl="4"/>
            <a:r>
              <a:rPr lang="en-US"/>
              <a:t>Fifth level</a:t>
            </a:r>
          </a:p>
        </p:txBody>
      </p:sp>
      <p:sp>
        <p:nvSpPr>
          <p:cNvPr id="10" name="Text Placeholder 2">
            <a:extLst>
              <a:ext uri="{FF2B5EF4-FFF2-40B4-BE49-F238E27FC236}">
                <a16:creationId xmlns:a16="http://schemas.microsoft.com/office/drawing/2014/main" id="{A451FE4A-F1CC-BF41-8328-846960CA95E5}"/>
              </a:ext>
            </a:extLst>
          </p:cNvPr>
          <p:cNvSpPr>
            <a:spLocks noGrp="1"/>
          </p:cNvSpPr>
          <p:nvPr>
            <p:ph type="body" sz="quarter" idx="10" hasCustomPrompt="1"/>
          </p:nvPr>
        </p:nvSpPr>
        <p:spPr>
          <a:xfrm>
            <a:off x="384785" y="1349985"/>
            <a:ext cx="3443732" cy="2751999"/>
          </a:xfrm>
        </p:spPr>
        <p:txBody>
          <a:bodyPr/>
          <a:lstStyle>
            <a:lvl1pPr marL="0" indent="0">
              <a:lnSpc>
                <a:spcPct val="100000"/>
              </a:lnSpc>
              <a:spcAft>
                <a:spcPts val="0"/>
              </a:spcAft>
              <a:buFont typeface="Arial" panose="020B0604020202020204" pitchFamily="34" charset="0"/>
              <a:buNone/>
              <a:defRPr sz="3600" cap="all" baseline="0">
                <a:solidFill>
                  <a:schemeClr val="tx1"/>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pic>
        <p:nvPicPr>
          <p:cNvPr id="14" name="Graphic 31">
            <a:extLst>
              <a:ext uri="{FF2B5EF4-FFF2-40B4-BE49-F238E27FC236}">
                <a16:creationId xmlns:a16="http://schemas.microsoft.com/office/drawing/2014/main" id="{BCFD0822-3499-0C44-8A3C-3118EA298E6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2419289717"/>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Arrow Left 01">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7" name="Text Placeholder 4">
            <a:extLst>
              <a:ext uri="{FF2B5EF4-FFF2-40B4-BE49-F238E27FC236}">
                <a16:creationId xmlns:a16="http://schemas.microsoft.com/office/drawing/2014/main" id="{89A70FBC-EACC-CB4D-8FF2-D940F655459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E3AD9FC4-14AA-FE45-A908-CEA608187AD1}"/>
              </a:ext>
            </a:extLst>
          </p:cNvPr>
          <p:cNvSpPr/>
          <p:nvPr userDrawn="1"/>
        </p:nvSpPr>
        <p:spPr>
          <a:xfrm>
            <a:off x="760702" y="4249625"/>
            <a:ext cx="4001620" cy="1963059"/>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626575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Arrow Left 02">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Freeform 9">
            <a:extLst>
              <a:ext uri="{FF2B5EF4-FFF2-40B4-BE49-F238E27FC236}">
                <a16:creationId xmlns:a16="http://schemas.microsoft.com/office/drawing/2014/main" id="{B8FDF2C7-07B4-C044-8A2A-5A95A38A7A75}"/>
              </a:ext>
            </a:extLst>
          </p:cNvPr>
          <p:cNvSpPr/>
          <p:nvPr userDrawn="1"/>
        </p:nvSpPr>
        <p:spPr>
          <a:xfrm>
            <a:off x="532679" y="4057904"/>
            <a:ext cx="4344121" cy="2131078"/>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1" name="Rectangle 10">
            <a:extLst>
              <a:ext uri="{FF2B5EF4-FFF2-40B4-BE49-F238E27FC236}">
                <a16:creationId xmlns:a16="http://schemas.microsoft.com/office/drawing/2014/main" id="{A877B1AE-DDD5-344B-B1BD-90E64517C1BF}"/>
              </a:ext>
            </a:extLst>
          </p:cNvPr>
          <p:cNvSpPr/>
          <p:nvPr userDrawn="1"/>
        </p:nvSpPr>
        <p:spPr>
          <a:xfrm>
            <a:off x="0" y="4968240"/>
            <a:ext cx="738525" cy="33092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
            <a:extLst>
              <a:ext uri="{FF2B5EF4-FFF2-40B4-BE49-F238E27FC236}">
                <a16:creationId xmlns:a16="http://schemas.microsoft.com/office/drawing/2014/main" id="{22BB93A1-2BBC-6E43-8966-8BC896D72412}"/>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25606700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Arrow Left 03">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Freeform 10">
            <a:extLst>
              <a:ext uri="{FF2B5EF4-FFF2-40B4-BE49-F238E27FC236}">
                <a16:creationId xmlns:a16="http://schemas.microsoft.com/office/drawing/2014/main" id="{F7F1DFDE-2237-1A41-BE09-8566981A4A31}"/>
              </a:ext>
            </a:extLst>
          </p:cNvPr>
          <p:cNvSpPr/>
          <p:nvPr userDrawn="1"/>
        </p:nvSpPr>
        <p:spPr>
          <a:xfrm>
            <a:off x="1236864" y="4142571"/>
            <a:ext cx="3512936" cy="39964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10" name="Text Placeholder 4">
            <a:extLst>
              <a:ext uri="{FF2B5EF4-FFF2-40B4-BE49-F238E27FC236}">
                <a16:creationId xmlns:a16="http://schemas.microsoft.com/office/drawing/2014/main" id="{47482870-8F1E-4A40-98B3-EB4E14D20B6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9706416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Arrow Left 04">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5" name="Freeform 14">
            <a:extLst>
              <a:ext uri="{FF2B5EF4-FFF2-40B4-BE49-F238E27FC236}">
                <a16:creationId xmlns:a16="http://schemas.microsoft.com/office/drawing/2014/main" id="{C80F07E2-51B4-654E-A1CA-3B756AF75623}"/>
              </a:ext>
            </a:extLst>
          </p:cNvPr>
          <p:cNvSpPr/>
          <p:nvPr userDrawn="1"/>
        </p:nvSpPr>
        <p:spPr>
          <a:xfrm>
            <a:off x="843210" y="4431729"/>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sz="1351"/>
          </a:p>
        </p:txBody>
      </p:sp>
      <p:sp>
        <p:nvSpPr>
          <p:cNvPr id="7" name="Text Placeholder 4">
            <a:extLst>
              <a:ext uri="{FF2B5EF4-FFF2-40B4-BE49-F238E27FC236}">
                <a16:creationId xmlns:a16="http://schemas.microsoft.com/office/drawing/2014/main" id="{B5231A29-C420-A24A-83D8-2845B3719A84}"/>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70963718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Arrow Left_05">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2" name="Freeform 11">
            <a:extLst>
              <a:ext uri="{FF2B5EF4-FFF2-40B4-BE49-F238E27FC236}">
                <a16:creationId xmlns:a16="http://schemas.microsoft.com/office/drawing/2014/main" id="{5AFE35B4-921A-C145-8647-3DC89DF1E25E}"/>
              </a:ext>
            </a:extLst>
          </p:cNvPr>
          <p:cNvSpPr/>
          <p:nvPr userDrawn="1"/>
        </p:nvSpPr>
        <p:spPr>
          <a:xfrm>
            <a:off x="532679" y="4141127"/>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sz="1351"/>
          </a:p>
        </p:txBody>
      </p:sp>
      <p:sp>
        <p:nvSpPr>
          <p:cNvPr id="10" name="Text Placeholder 4">
            <a:extLst>
              <a:ext uri="{FF2B5EF4-FFF2-40B4-BE49-F238E27FC236}">
                <a16:creationId xmlns:a16="http://schemas.microsoft.com/office/drawing/2014/main" id="{15EB805A-E7B4-1A4B-A713-5EC6CFC1859D}"/>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20324424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Arrow Left 06">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grpSp>
        <p:nvGrpSpPr>
          <p:cNvPr id="19" name="Group 18"/>
          <p:cNvGrpSpPr/>
          <p:nvPr userDrawn="1"/>
        </p:nvGrpSpPr>
        <p:grpSpPr>
          <a:xfrm>
            <a:off x="-754639" y="4113557"/>
            <a:ext cx="5797612" cy="2365031"/>
            <a:chOff x="-2229" y="2361812"/>
            <a:chExt cx="11067619" cy="4514835"/>
          </a:xfrm>
          <a:solidFill>
            <a:srgbClr val="28CEF6"/>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pic>
        <p:nvPicPr>
          <p:cNvPr id="10" name="Graphic 31">
            <a:extLst>
              <a:ext uri="{FF2B5EF4-FFF2-40B4-BE49-F238E27FC236}">
                <a16:creationId xmlns:a16="http://schemas.microsoft.com/office/drawing/2014/main" id="{CCC3FDA3-772C-6242-A8B9-D7125563C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Text Placeholder 2">
            <a:extLst>
              <a:ext uri="{FF2B5EF4-FFF2-40B4-BE49-F238E27FC236}">
                <a16:creationId xmlns:a16="http://schemas.microsoft.com/office/drawing/2014/main" id="{43AE319F-CE2E-AE43-9BFF-5538F7EE6AF1}"/>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1" name="Text Placeholder 4">
            <a:extLst>
              <a:ext uri="{FF2B5EF4-FFF2-40B4-BE49-F238E27FC236}">
                <a16:creationId xmlns:a16="http://schemas.microsoft.com/office/drawing/2014/main" id="{BE3A48D2-2003-3B48-9BA7-3C3C764A534F}"/>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26479837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Arrow Left_07">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3" name="Freeform 12">
            <a:extLst>
              <a:ext uri="{FF2B5EF4-FFF2-40B4-BE49-F238E27FC236}">
                <a16:creationId xmlns:a16="http://schemas.microsoft.com/office/drawing/2014/main" id="{BA8E277A-0AB8-D043-A382-89558AF5F60C}"/>
              </a:ext>
            </a:extLst>
          </p:cNvPr>
          <p:cNvSpPr/>
          <p:nvPr userDrawn="1"/>
        </p:nvSpPr>
        <p:spPr>
          <a:xfrm>
            <a:off x="-533400" y="4101323"/>
            <a:ext cx="5300406" cy="2250265"/>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pic>
        <p:nvPicPr>
          <p:cNvPr id="6" name="Graphic 31">
            <a:extLst>
              <a:ext uri="{FF2B5EF4-FFF2-40B4-BE49-F238E27FC236}">
                <a16:creationId xmlns:a16="http://schemas.microsoft.com/office/drawing/2014/main" id="{B81DD648-56F4-8F49-B545-16FAF9A8CC3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8" name="Text Placeholder 2">
            <a:extLst>
              <a:ext uri="{FF2B5EF4-FFF2-40B4-BE49-F238E27FC236}">
                <a16:creationId xmlns:a16="http://schemas.microsoft.com/office/drawing/2014/main" id="{76169CF4-EE6F-3742-8831-F60CFBE6793B}"/>
              </a:ext>
            </a:extLst>
          </p:cNvPr>
          <p:cNvSpPr>
            <a:spLocks noGrp="1"/>
          </p:cNvSpPr>
          <p:nvPr>
            <p:ph type="body" sz="quarter" idx="10" hasCustomPrompt="1"/>
          </p:nvPr>
        </p:nvSpPr>
        <p:spPr>
          <a:xfrm>
            <a:off x="384785" y="1261533"/>
            <a:ext cx="3895116" cy="2626384"/>
          </a:xfrm>
        </p:spPr>
        <p:txBody>
          <a:bodyPr/>
          <a:lstStyle>
            <a:lvl1pPr marL="0" indent="0">
              <a:lnSpc>
                <a:spcPct val="100000"/>
              </a:lnSpc>
              <a:spcAft>
                <a:spcPts val="0"/>
              </a:spcAft>
              <a:buFont typeface="Arial" panose="020B0604020202020204" pitchFamily="34" charset="0"/>
              <a:buNone/>
              <a:defRPr sz="3600" cap="none" baseline="0">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Title needs to be in sentence case</a:t>
            </a:r>
          </a:p>
        </p:txBody>
      </p:sp>
      <p:sp>
        <p:nvSpPr>
          <p:cNvPr id="10" name="Text Placeholder 4">
            <a:extLst>
              <a:ext uri="{FF2B5EF4-FFF2-40B4-BE49-F238E27FC236}">
                <a16:creationId xmlns:a16="http://schemas.microsoft.com/office/drawing/2014/main" id="{DFAD0D0D-8846-2F49-A055-6C6BC6354FFE}"/>
              </a:ext>
            </a:extLst>
          </p:cNvPr>
          <p:cNvSpPr>
            <a:spLocks noGrp="1"/>
          </p:cNvSpPr>
          <p:nvPr>
            <p:ph type="body" sz="quarter" idx="11" hasCustomPrompt="1"/>
          </p:nvPr>
        </p:nvSpPr>
        <p:spPr>
          <a:xfrm>
            <a:off x="5473700" y="1261533"/>
            <a:ext cx="6342671" cy="5217055"/>
          </a:xfrm>
        </p:spPr>
        <p:txBody>
          <a:bodyPr/>
          <a:lstStyle>
            <a:lvl1pPr marL="0" indent="0">
              <a:buFont typeface="Arial" panose="020B0604020202020204" pitchFamily="34" charset="0"/>
              <a:buNone/>
              <a:defRPr sz="18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1800"/>
            </a:lvl2pPr>
            <a:lvl3pPr marL="180000" indent="-180000">
              <a:buFont typeface="Arial" panose="020B0604020202020204" pitchFamily="34" charset="0"/>
              <a:buChar char="•"/>
              <a:defRPr sz="18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a:t>Edit text</a:t>
            </a:r>
          </a:p>
          <a:p>
            <a:pPr lvl="1"/>
            <a:r>
              <a:rPr lang="en-US"/>
              <a:t>Second level</a:t>
            </a:r>
          </a:p>
          <a:p>
            <a:pPr lvl="2"/>
            <a:r>
              <a:rPr lang="en-GB"/>
              <a:t>Third level</a:t>
            </a:r>
          </a:p>
          <a:p>
            <a:pPr lvl="2"/>
            <a:r>
              <a:rPr lang="en-GB"/>
              <a:t>Fourth level</a:t>
            </a:r>
          </a:p>
          <a:p>
            <a:pPr lvl="2"/>
            <a:r>
              <a:rPr lang="en-GB"/>
              <a:t>Fifth level</a:t>
            </a:r>
          </a:p>
        </p:txBody>
      </p:sp>
    </p:spTree>
    <p:extLst>
      <p:ext uri="{BB962C8B-B14F-4D97-AF65-F5344CB8AC3E}">
        <p14:creationId xmlns:p14="http://schemas.microsoft.com/office/powerpoint/2010/main" val="15326982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ext and Image (half screen) 01">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174647"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5" name="Text Placeholder 7">
            <a:extLst>
              <a:ext uri="{FF2B5EF4-FFF2-40B4-BE49-F238E27FC236}">
                <a16:creationId xmlns:a16="http://schemas.microsoft.com/office/drawing/2014/main" id="{DC08678F-C010-7546-A7A1-17A104779427}"/>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16" name="Freeform 15">
            <a:extLst>
              <a:ext uri="{FF2B5EF4-FFF2-40B4-BE49-F238E27FC236}">
                <a16:creationId xmlns:a16="http://schemas.microsoft.com/office/drawing/2014/main" id="{C244723F-EF77-3046-B511-E60DA7907AC2}"/>
              </a:ext>
            </a:extLst>
          </p:cNvPr>
          <p:cNvSpPr/>
          <p:nvPr userDrawn="1"/>
        </p:nvSpPr>
        <p:spPr>
          <a:xfrm>
            <a:off x="2422102" y="4970822"/>
            <a:ext cx="3546719" cy="1739900"/>
          </a:xfrm>
          <a:custGeom>
            <a:avLst/>
            <a:gdLst>
              <a:gd name="connsiteX0" fmla="*/ 653606 w 1009650"/>
              <a:gd name="connsiteY0" fmla="*/ 497819 h 495300"/>
              <a:gd name="connsiteX1" fmla="*/ 774636 w 1009650"/>
              <a:gd name="connsiteY1" fmla="*/ 290872 h 495300"/>
              <a:gd name="connsiteX2" fmla="*/ 768286 w 1009650"/>
              <a:gd name="connsiteY2" fmla="*/ 293984 h 495300"/>
              <a:gd name="connsiteX3" fmla="*/ 669354 w 1009650"/>
              <a:gd name="connsiteY3" fmla="*/ 321543 h 495300"/>
              <a:gd name="connsiteX4" fmla="*/ 435483 w 1009650"/>
              <a:gd name="connsiteY4" fmla="*/ 279950 h 495300"/>
              <a:gd name="connsiteX5" fmla="*/ 276289 w 1009650"/>
              <a:gd name="connsiteY5" fmla="*/ 231500 h 495300"/>
              <a:gd name="connsiteX6" fmla="*/ 48514 w 1009650"/>
              <a:gd name="connsiteY6" fmla="*/ 286935 h 495300"/>
              <a:gd name="connsiteX7" fmla="*/ 41529 w 1009650"/>
              <a:gd name="connsiteY7" fmla="*/ 291952 h 495300"/>
              <a:gd name="connsiteX8" fmla="*/ 0 w 1009650"/>
              <a:gd name="connsiteY8" fmla="*/ 227880 h 495300"/>
              <a:gd name="connsiteX9" fmla="*/ 39815 w 1009650"/>
              <a:gd name="connsiteY9" fmla="*/ 203369 h 495300"/>
              <a:gd name="connsiteX10" fmla="*/ 262065 w 1009650"/>
              <a:gd name="connsiteY10" fmla="*/ 152950 h 495300"/>
              <a:gd name="connsiteX11" fmla="*/ 401765 w 1009650"/>
              <a:gd name="connsiteY11" fmla="*/ 185843 h 495300"/>
              <a:gd name="connsiteX12" fmla="*/ 517525 w 1009650"/>
              <a:gd name="connsiteY12" fmla="*/ 230293 h 495300"/>
              <a:gd name="connsiteX13" fmla="*/ 691325 w 1009650"/>
              <a:gd name="connsiteY13" fmla="*/ 242676 h 495300"/>
              <a:gd name="connsiteX14" fmla="*/ 775335 w 1009650"/>
              <a:gd name="connsiteY14" fmla="*/ 213847 h 495300"/>
              <a:gd name="connsiteX15" fmla="*/ 778701 w 1009650"/>
              <a:gd name="connsiteY15" fmla="*/ 211434 h 495300"/>
              <a:gd name="connsiteX16" fmla="*/ 653859 w 1009650"/>
              <a:gd name="connsiteY16" fmla="*/ 1185 h 495300"/>
              <a:gd name="connsiteX17" fmla="*/ 659384 w 1009650"/>
              <a:gd name="connsiteY17" fmla="*/ 169 h 495300"/>
              <a:gd name="connsiteX18" fmla="*/ 702246 w 1009650"/>
              <a:gd name="connsiteY18" fmla="*/ 169 h 495300"/>
              <a:gd name="connsiteX19" fmla="*/ 712089 w 1009650"/>
              <a:gd name="connsiteY19" fmla="*/ 5313 h 495300"/>
              <a:gd name="connsiteX20" fmla="*/ 934339 w 1009650"/>
              <a:gd name="connsiteY20" fmla="*/ 195813 h 495300"/>
              <a:gd name="connsiteX21" fmla="*/ 1004189 w 1009650"/>
              <a:gd name="connsiteY21" fmla="*/ 226674 h 495300"/>
              <a:gd name="connsiteX22" fmla="*/ 1012190 w 1009650"/>
              <a:gd name="connsiteY22" fmla="*/ 238866 h 495300"/>
              <a:gd name="connsiteX23" fmla="*/ 1012190 w 1009650"/>
              <a:gd name="connsiteY23" fmla="*/ 260329 h 495300"/>
              <a:gd name="connsiteX24" fmla="*/ 1005078 w 1009650"/>
              <a:gd name="connsiteY24" fmla="*/ 270869 h 495300"/>
              <a:gd name="connsiteX25" fmla="*/ 882650 w 1009650"/>
              <a:gd name="connsiteY25" fmla="*/ 330750 h 495300"/>
              <a:gd name="connsiteX26" fmla="*/ 712851 w 1009650"/>
              <a:gd name="connsiteY26" fmla="*/ 492167 h 495300"/>
              <a:gd name="connsiteX27" fmla="*/ 701548 w 1009650"/>
              <a:gd name="connsiteY27" fmla="*/ 497945 h 495300"/>
              <a:gd name="connsiteX28" fmla="*/ 653606 w 1009650"/>
              <a:gd name="connsiteY28" fmla="*/ 497819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009650" h="495300">
                <a:moveTo>
                  <a:pt x="653606" y="497819"/>
                </a:moveTo>
                <a:cubicBezTo>
                  <a:pt x="679894" y="419650"/>
                  <a:pt x="722122" y="352531"/>
                  <a:pt x="774636" y="290872"/>
                </a:cubicBezTo>
                <a:cubicBezTo>
                  <a:pt x="772605" y="291888"/>
                  <a:pt x="770509" y="292904"/>
                  <a:pt x="768286" y="293984"/>
                </a:cubicBezTo>
                <a:cubicBezTo>
                  <a:pt x="737426" y="310811"/>
                  <a:pt x="703707" y="317034"/>
                  <a:pt x="669354" y="321543"/>
                </a:cubicBezTo>
                <a:cubicBezTo>
                  <a:pt x="586804" y="332465"/>
                  <a:pt x="510604" y="311129"/>
                  <a:pt x="435483" y="279950"/>
                </a:cubicBezTo>
                <a:cubicBezTo>
                  <a:pt x="384048" y="258551"/>
                  <a:pt x="331915" y="238802"/>
                  <a:pt x="276289" y="231500"/>
                </a:cubicBezTo>
                <a:cubicBezTo>
                  <a:pt x="193739" y="220705"/>
                  <a:pt x="116840" y="237215"/>
                  <a:pt x="48514" y="286935"/>
                </a:cubicBezTo>
                <a:lnTo>
                  <a:pt x="41529" y="291952"/>
                </a:lnTo>
                <a:lnTo>
                  <a:pt x="0" y="227880"/>
                </a:lnTo>
                <a:cubicBezTo>
                  <a:pt x="13462" y="219562"/>
                  <a:pt x="26353" y="210926"/>
                  <a:pt x="39815" y="203369"/>
                </a:cubicBezTo>
                <a:cubicBezTo>
                  <a:pt x="107248" y="164869"/>
                  <a:pt x="184618" y="147317"/>
                  <a:pt x="262065" y="152950"/>
                </a:cubicBezTo>
                <a:cubicBezTo>
                  <a:pt x="310031" y="156756"/>
                  <a:pt x="357139" y="167847"/>
                  <a:pt x="401765" y="185843"/>
                </a:cubicBezTo>
                <a:cubicBezTo>
                  <a:pt x="440245" y="200702"/>
                  <a:pt x="478663" y="215879"/>
                  <a:pt x="517525" y="230293"/>
                </a:cubicBezTo>
                <a:cubicBezTo>
                  <a:pt x="574167" y="250804"/>
                  <a:pt x="632460" y="251756"/>
                  <a:pt x="691325" y="242676"/>
                </a:cubicBezTo>
                <a:cubicBezTo>
                  <a:pt x="721106" y="238104"/>
                  <a:pt x="749808" y="230547"/>
                  <a:pt x="775335" y="213847"/>
                </a:cubicBezTo>
                <a:cubicBezTo>
                  <a:pt x="776224" y="213275"/>
                  <a:pt x="776986" y="212640"/>
                  <a:pt x="778701" y="211434"/>
                </a:cubicBezTo>
                <a:cubicBezTo>
                  <a:pt x="723964" y="149267"/>
                  <a:pt x="680339" y="80687"/>
                  <a:pt x="653859" y="1185"/>
                </a:cubicBezTo>
                <a:cubicBezTo>
                  <a:pt x="655667" y="682"/>
                  <a:pt x="657516" y="342"/>
                  <a:pt x="659384" y="169"/>
                </a:cubicBezTo>
                <a:cubicBezTo>
                  <a:pt x="673671" y="169"/>
                  <a:pt x="687959" y="-212"/>
                  <a:pt x="702246" y="169"/>
                </a:cubicBezTo>
                <a:cubicBezTo>
                  <a:pt x="706089" y="479"/>
                  <a:pt x="709640" y="2335"/>
                  <a:pt x="712089" y="5313"/>
                </a:cubicBezTo>
                <a:cubicBezTo>
                  <a:pt x="769011" y="86458"/>
                  <a:pt x="845443" y="151971"/>
                  <a:pt x="934339" y="195813"/>
                </a:cubicBezTo>
                <a:cubicBezTo>
                  <a:pt x="957135" y="207179"/>
                  <a:pt x="980757" y="216831"/>
                  <a:pt x="1004189" y="226674"/>
                </a:cubicBezTo>
                <a:cubicBezTo>
                  <a:pt x="1010539" y="229277"/>
                  <a:pt x="1012825" y="232198"/>
                  <a:pt x="1012190" y="238866"/>
                </a:cubicBezTo>
                <a:cubicBezTo>
                  <a:pt x="1011555" y="246006"/>
                  <a:pt x="1011555" y="253188"/>
                  <a:pt x="1012190" y="260329"/>
                </a:cubicBezTo>
                <a:cubicBezTo>
                  <a:pt x="1013122" y="265200"/>
                  <a:pt x="1009945" y="269910"/>
                  <a:pt x="1005078" y="270869"/>
                </a:cubicBezTo>
                <a:cubicBezTo>
                  <a:pt x="962271" y="286456"/>
                  <a:pt x="921233" y="306527"/>
                  <a:pt x="882650" y="330750"/>
                </a:cubicBezTo>
                <a:cubicBezTo>
                  <a:pt x="815696" y="372492"/>
                  <a:pt x="757927" y="427410"/>
                  <a:pt x="712851" y="492167"/>
                </a:cubicBezTo>
                <a:cubicBezTo>
                  <a:pt x="710494" y="496091"/>
                  <a:pt x="706110" y="498332"/>
                  <a:pt x="701548" y="497945"/>
                </a:cubicBezTo>
                <a:cubicBezTo>
                  <a:pt x="686244" y="497565"/>
                  <a:pt x="670687" y="497819"/>
                  <a:pt x="653606" y="497819"/>
                </a:cubicBezTo>
                <a:close/>
              </a:path>
            </a:pathLst>
          </a:custGeom>
          <a:solidFill>
            <a:srgbClr val="28CEF6"/>
          </a:solidFill>
          <a:ln w="6350" cap="flat">
            <a:noFill/>
            <a:prstDash val="solid"/>
            <a:miter/>
          </a:ln>
        </p:spPr>
        <p:txBody>
          <a:bodyPr rtlCol="0" anchor="ctr"/>
          <a:lstStyle/>
          <a:p>
            <a:endParaRPr lang="en-GB" sz="1351"/>
          </a:p>
        </p:txBody>
      </p:sp>
    </p:spTree>
    <p:extLst>
      <p:ext uri="{BB962C8B-B14F-4D97-AF65-F5344CB8AC3E}">
        <p14:creationId xmlns:p14="http://schemas.microsoft.com/office/powerpoint/2010/main" val="299079175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ext and Image (half screen) 02">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45821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0469B6E3-6CD5-4D4F-A57C-003069CEB064}"/>
              </a:ext>
            </a:extLst>
          </p:cNvPr>
          <p:cNvSpPr/>
          <p:nvPr userDrawn="1"/>
        </p:nvSpPr>
        <p:spPr>
          <a:xfrm>
            <a:off x="1789084" y="4890533"/>
            <a:ext cx="4478918" cy="2197205"/>
          </a:xfrm>
          <a:custGeom>
            <a:avLst/>
            <a:gdLst>
              <a:gd name="connsiteX0" fmla="*/ 0 w 1009650"/>
              <a:gd name="connsiteY0" fmla="*/ 288861 h 495300"/>
              <a:gd name="connsiteX1" fmla="*/ 0 w 1009650"/>
              <a:gd name="connsiteY1" fmla="*/ 211963 h 495300"/>
              <a:gd name="connsiteX2" fmla="*/ 592836 w 1009650"/>
              <a:gd name="connsiteY2" fmla="*/ 211963 h 495300"/>
              <a:gd name="connsiteX3" fmla="*/ 466471 w 1009650"/>
              <a:gd name="connsiteY3" fmla="*/ 381 h 495300"/>
              <a:gd name="connsiteX4" fmla="*/ 520319 w 1009650"/>
              <a:gd name="connsiteY4" fmla="*/ 381 h 495300"/>
              <a:gd name="connsiteX5" fmla="*/ 525399 w 1009650"/>
              <a:gd name="connsiteY5" fmla="*/ 4191 h 495300"/>
              <a:gd name="connsiteX6" fmla="*/ 633857 w 1009650"/>
              <a:gd name="connsiteY6" fmla="*/ 121158 h 495300"/>
              <a:gd name="connsiteX7" fmla="*/ 774954 w 1009650"/>
              <a:gd name="connsiteY7" fmla="*/ 209550 h 495300"/>
              <a:gd name="connsiteX8" fmla="*/ 652209 w 1009650"/>
              <a:gd name="connsiteY8" fmla="*/ 0 h 495300"/>
              <a:gd name="connsiteX9" fmla="*/ 704723 w 1009650"/>
              <a:gd name="connsiteY9" fmla="*/ 0 h 495300"/>
              <a:gd name="connsiteX10" fmla="*/ 710755 w 1009650"/>
              <a:gd name="connsiteY10" fmla="*/ 4763 h 495300"/>
              <a:gd name="connsiteX11" fmla="*/ 840169 w 1009650"/>
              <a:gd name="connsiteY11" fmla="*/ 138620 h 495300"/>
              <a:gd name="connsiteX12" fmla="*/ 998029 w 1009650"/>
              <a:gd name="connsiteY12" fmla="*/ 225171 h 495300"/>
              <a:gd name="connsiteX13" fmla="*/ 1002347 w 1009650"/>
              <a:gd name="connsiteY13" fmla="*/ 226695 h 495300"/>
              <a:gd name="connsiteX14" fmla="*/ 1011525 w 1009650"/>
              <a:gd name="connsiteY14" fmla="*/ 238098 h 495300"/>
              <a:gd name="connsiteX15" fmla="*/ 1011301 w 1009650"/>
              <a:gd name="connsiteY15" fmla="*/ 239395 h 495300"/>
              <a:gd name="connsiteX16" fmla="*/ 1011301 w 1009650"/>
              <a:gd name="connsiteY16" fmla="*/ 259270 h 495300"/>
              <a:gd name="connsiteX17" fmla="*/ 1002919 w 1009650"/>
              <a:gd name="connsiteY17" fmla="*/ 271272 h 495300"/>
              <a:gd name="connsiteX18" fmla="*/ 855472 w 1009650"/>
              <a:gd name="connsiteY18" fmla="*/ 348488 h 495300"/>
              <a:gd name="connsiteX19" fmla="*/ 715772 w 1009650"/>
              <a:gd name="connsiteY19" fmla="*/ 487553 h 495300"/>
              <a:gd name="connsiteX20" fmla="*/ 695452 w 1009650"/>
              <a:gd name="connsiteY20" fmla="*/ 498285 h 495300"/>
              <a:gd name="connsiteX21" fmla="*/ 652463 w 1009650"/>
              <a:gd name="connsiteY21" fmla="*/ 498285 h 495300"/>
              <a:gd name="connsiteX22" fmla="*/ 775526 w 1009650"/>
              <a:gd name="connsiteY22" fmla="*/ 290385 h 495300"/>
              <a:gd name="connsiteX23" fmla="*/ 774129 w 1009650"/>
              <a:gd name="connsiteY23" fmla="*/ 288798 h 495300"/>
              <a:gd name="connsiteX24" fmla="*/ 710057 w 1009650"/>
              <a:gd name="connsiteY24" fmla="*/ 324041 h 495300"/>
              <a:gd name="connsiteX25" fmla="*/ 575754 w 1009650"/>
              <a:gd name="connsiteY25" fmla="*/ 432308 h 495300"/>
              <a:gd name="connsiteX26" fmla="*/ 526097 w 1009650"/>
              <a:gd name="connsiteY26" fmla="*/ 493522 h 495300"/>
              <a:gd name="connsiteX27" fmla="*/ 520636 w 1009650"/>
              <a:gd name="connsiteY27" fmla="*/ 497967 h 495300"/>
              <a:gd name="connsiteX28" fmla="*/ 466789 w 1009650"/>
              <a:gd name="connsiteY28" fmla="*/ 497967 h 495300"/>
              <a:gd name="connsiteX29" fmla="*/ 592646 w 1009650"/>
              <a:gd name="connsiteY29" fmla="*/ 288036 h 495300"/>
              <a:gd name="connsiteX30" fmla="*/ 0 w 1009650"/>
              <a:gd name="connsiteY30" fmla="*/ 288861 h 49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009650" h="495300">
                <a:moveTo>
                  <a:pt x="0" y="288861"/>
                </a:moveTo>
                <a:lnTo>
                  <a:pt x="0" y="211963"/>
                </a:lnTo>
                <a:lnTo>
                  <a:pt x="592836" y="211963"/>
                </a:lnTo>
                <a:cubicBezTo>
                  <a:pt x="536766" y="148908"/>
                  <a:pt x="493332" y="80391"/>
                  <a:pt x="466471" y="381"/>
                </a:cubicBezTo>
                <a:cubicBezTo>
                  <a:pt x="485521" y="381"/>
                  <a:pt x="502793" y="381"/>
                  <a:pt x="520319" y="381"/>
                </a:cubicBezTo>
                <a:cubicBezTo>
                  <a:pt x="522034" y="381"/>
                  <a:pt x="524192" y="2540"/>
                  <a:pt x="525399" y="4191"/>
                </a:cubicBezTo>
                <a:cubicBezTo>
                  <a:pt x="555906" y="48059"/>
                  <a:pt x="592414" y="87431"/>
                  <a:pt x="633857" y="121158"/>
                </a:cubicBezTo>
                <a:cubicBezTo>
                  <a:pt x="677043" y="156358"/>
                  <a:pt x="724439" y="186050"/>
                  <a:pt x="774954" y="209550"/>
                </a:cubicBezTo>
                <a:cubicBezTo>
                  <a:pt x="722566" y="146749"/>
                  <a:pt x="678371" y="79312"/>
                  <a:pt x="652209" y="0"/>
                </a:cubicBezTo>
                <a:cubicBezTo>
                  <a:pt x="670560" y="0"/>
                  <a:pt x="687641" y="0"/>
                  <a:pt x="704723" y="0"/>
                </a:cubicBezTo>
                <a:cubicBezTo>
                  <a:pt x="706819" y="0"/>
                  <a:pt x="709295" y="2730"/>
                  <a:pt x="710755" y="4763"/>
                </a:cubicBezTo>
                <a:cubicBezTo>
                  <a:pt x="746626" y="55876"/>
                  <a:pt x="790295" y="101045"/>
                  <a:pt x="840169" y="138620"/>
                </a:cubicBezTo>
                <a:cubicBezTo>
                  <a:pt x="888524" y="174646"/>
                  <a:pt x="941653" y="203775"/>
                  <a:pt x="998029" y="225171"/>
                </a:cubicBezTo>
                <a:cubicBezTo>
                  <a:pt x="999437" y="225763"/>
                  <a:pt x="1000879" y="226272"/>
                  <a:pt x="1002347" y="226695"/>
                </a:cubicBezTo>
                <a:cubicBezTo>
                  <a:pt x="1008031" y="227309"/>
                  <a:pt x="1012140" y="232415"/>
                  <a:pt x="1011525" y="238098"/>
                </a:cubicBezTo>
                <a:cubicBezTo>
                  <a:pt x="1011478" y="238534"/>
                  <a:pt x="1011403" y="238968"/>
                  <a:pt x="1011301" y="239395"/>
                </a:cubicBezTo>
                <a:cubicBezTo>
                  <a:pt x="1010634" y="246003"/>
                  <a:pt x="1010634" y="252662"/>
                  <a:pt x="1011301" y="259270"/>
                </a:cubicBezTo>
                <a:cubicBezTo>
                  <a:pt x="1011936" y="266065"/>
                  <a:pt x="1009205" y="268986"/>
                  <a:pt x="1002919" y="271272"/>
                </a:cubicBezTo>
                <a:cubicBezTo>
                  <a:pt x="950643" y="290538"/>
                  <a:pt x="901081" y="316492"/>
                  <a:pt x="855472" y="348488"/>
                </a:cubicBezTo>
                <a:cubicBezTo>
                  <a:pt x="801180" y="386375"/>
                  <a:pt x="753906" y="433434"/>
                  <a:pt x="715772" y="487553"/>
                </a:cubicBezTo>
                <a:cubicBezTo>
                  <a:pt x="711788" y="494907"/>
                  <a:pt x="703771" y="499140"/>
                  <a:pt x="695452" y="498285"/>
                </a:cubicBezTo>
                <a:cubicBezTo>
                  <a:pt x="681482" y="497332"/>
                  <a:pt x="667448" y="498285"/>
                  <a:pt x="652463" y="498285"/>
                </a:cubicBezTo>
                <a:cubicBezTo>
                  <a:pt x="679005" y="419608"/>
                  <a:pt x="721868" y="351854"/>
                  <a:pt x="775526" y="290385"/>
                </a:cubicBezTo>
                <a:lnTo>
                  <a:pt x="774129" y="288798"/>
                </a:lnTo>
                <a:cubicBezTo>
                  <a:pt x="752729" y="300482"/>
                  <a:pt x="731012" y="311658"/>
                  <a:pt x="710057" y="324041"/>
                </a:cubicBezTo>
                <a:cubicBezTo>
                  <a:pt x="660104" y="353177"/>
                  <a:pt x="614828" y="389676"/>
                  <a:pt x="575754" y="432308"/>
                </a:cubicBezTo>
                <a:cubicBezTo>
                  <a:pt x="558165" y="451739"/>
                  <a:pt x="542671" y="473075"/>
                  <a:pt x="526097" y="493522"/>
                </a:cubicBezTo>
                <a:cubicBezTo>
                  <a:pt x="524637" y="495300"/>
                  <a:pt x="522541" y="497904"/>
                  <a:pt x="520636" y="497967"/>
                </a:cubicBezTo>
                <a:cubicBezTo>
                  <a:pt x="503047" y="497967"/>
                  <a:pt x="485521" y="497967"/>
                  <a:pt x="466789" y="497967"/>
                </a:cubicBezTo>
                <a:cubicBezTo>
                  <a:pt x="493713" y="418783"/>
                  <a:pt x="536639" y="350520"/>
                  <a:pt x="592646" y="288036"/>
                </a:cubicBezTo>
                <a:cubicBezTo>
                  <a:pt x="592391" y="288354"/>
                  <a:pt x="197485" y="288861"/>
                  <a:pt x="0" y="288861"/>
                </a:cubicBezTo>
                <a:close/>
              </a:path>
            </a:pathLst>
          </a:custGeom>
          <a:solidFill>
            <a:srgbClr val="28CEF6"/>
          </a:solidFill>
          <a:ln w="6350" cap="flat">
            <a:noFill/>
            <a:prstDash val="solid"/>
            <a:miter/>
          </a:ln>
        </p:spPr>
        <p:txBody>
          <a:bodyPr rtlCol="0" anchor="ctr"/>
          <a:lstStyle/>
          <a:p>
            <a:endParaRPr lang="en-GB" sz="1351"/>
          </a:p>
        </p:txBody>
      </p:sp>
      <p:sp>
        <p:nvSpPr>
          <p:cNvPr id="10" name="Rectangle 9">
            <a:extLst>
              <a:ext uri="{FF2B5EF4-FFF2-40B4-BE49-F238E27FC236}">
                <a16:creationId xmlns:a16="http://schemas.microsoft.com/office/drawing/2014/main" id="{01838B36-A078-CF4D-A693-2C3B6B5F0CD6}"/>
              </a:ext>
            </a:extLst>
          </p:cNvPr>
          <p:cNvSpPr/>
          <p:nvPr userDrawn="1"/>
        </p:nvSpPr>
        <p:spPr>
          <a:xfrm>
            <a:off x="0" y="5832402"/>
            <a:ext cx="3047640" cy="338865"/>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D4D068D3-76D2-6C48-BF65-509B44CACE3E}"/>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25815188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ext and Image (half screen) 03">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722160"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4" name="Freeform 13">
            <a:extLst>
              <a:ext uri="{FF2B5EF4-FFF2-40B4-BE49-F238E27FC236}">
                <a16:creationId xmlns:a16="http://schemas.microsoft.com/office/drawing/2014/main" id="{B3ABDBCC-56D7-7941-A0AC-0A070DEBA30C}"/>
              </a:ext>
            </a:extLst>
          </p:cNvPr>
          <p:cNvSpPr/>
          <p:nvPr userDrawn="1"/>
        </p:nvSpPr>
        <p:spPr>
          <a:xfrm>
            <a:off x="2980995" y="4828704"/>
            <a:ext cx="3115005" cy="3543735"/>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 name="connsiteX0" fmla="*/ 117151 w 1011404"/>
              <a:gd name="connsiteY0" fmla="*/ 24275 h 1030300"/>
              <a:gd name="connsiteX1" fmla="*/ 692 w 1011404"/>
              <a:gd name="connsiteY1" fmla="*/ 235603 h 1030300"/>
              <a:gd name="connsiteX2" fmla="*/ 208781 w 1011404"/>
              <a:gd name="connsiteY2" fmla="*/ 429659 h 1030300"/>
              <a:gd name="connsiteX3" fmla="*/ 350450 w 1011404"/>
              <a:gd name="connsiteY3" fmla="*/ 429659 h 1030300"/>
              <a:gd name="connsiteX4" fmla="*/ 350450 w 1011404"/>
              <a:gd name="connsiteY4" fmla="*/ 641432 h 1030300"/>
              <a:gd name="connsiteX5" fmla="*/ 424089 w 1011404"/>
              <a:gd name="connsiteY5" fmla="*/ 1030300 h 1030300"/>
              <a:gd name="connsiteX6" fmla="*/ 428301 w 1011404"/>
              <a:gd name="connsiteY6" fmla="*/ 430358 h 1030300"/>
              <a:gd name="connsiteX7" fmla="*/ 777551 w 1011404"/>
              <a:gd name="connsiteY7" fmla="*/ 430358 h 1030300"/>
              <a:gd name="connsiteX8" fmla="*/ 652519 w 1011404"/>
              <a:gd name="connsiteY8" fmla="*/ 640352 h 1030300"/>
              <a:gd name="connsiteX9" fmla="*/ 698747 w 1011404"/>
              <a:gd name="connsiteY9" fmla="*/ 640352 h 1030300"/>
              <a:gd name="connsiteX10" fmla="*/ 713225 w 1011404"/>
              <a:gd name="connsiteY10" fmla="*/ 633050 h 1030300"/>
              <a:gd name="connsiteX11" fmla="*/ 864800 w 1011404"/>
              <a:gd name="connsiteY11" fmla="*/ 484206 h 1030300"/>
              <a:gd name="connsiteX12" fmla="*/ 1004881 w 1011404"/>
              <a:gd name="connsiteY12" fmla="*/ 412641 h 1030300"/>
              <a:gd name="connsiteX13" fmla="*/ 1011231 w 1011404"/>
              <a:gd name="connsiteY13" fmla="*/ 402608 h 1030300"/>
              <a:gd name="connsiteX14" fmla="*/ 1011231 w 1011404"/>
              <a:gd name="connsiteY14" fmla="*/ 379685 h 1030300"/>
              <a:gd name="connsiteX15" fmla="*/ 1003547 w 1011404"/>
              <a:gd name="connsiteY15" fmla="*/ 368826 h 1030300"/>
              <a:gd name="connsiteX16" fmla="*/ 710241 w 1011404"/>
              <a:gd name="connsiteY16" fmla="*/ 145624 h 1030300"/>
              <a:gd name="connsiteX17" fmla="*/ 705224 w 1011404"/>
              <a:gd name="connsiteY17" fmla="*/ 141687 h 1030300"/>
              <a:gd name="connsiteX18" fmla="*/ 652138 w 1011404"/>
              <a:gd name="connsiteY18" fmla="*/ 141687 h 1030300"/>
              <a:gd name="connsiteX19" fmla="*/ 777487 w 1011404"/>
              <a:gd name="connsiteY19" fmla="*/ 353078 h 1030300"/>
              <a:gd name="connsiteX20" fmla="*/ 428237 w 1011404"/>
              <a:gd name="connsiteY20" fmla="*/ 353078 h 1030300"/>
              <a:gd name="connsiteX21" fmla="*/ 428237 w 1011404"/>
              <a:gd name="connsiteY21" fmla="*/ 344887 h 1030300"/>
              <a:gd name="connsiteX22" fmla="*/ 428237 w 1011404"/>
              <a:gd name="connsiteY22" fmla="*/ 210013 h 1030300"/>
              <a:gd name="connsiteX23" fmla="*/ 422776 w 1011404"/>
              <a:gd name="connsiteY23" fmla="*/ 165563 h 1030300"/>
              <a:gd name="connsiteX24" fmla="*/ 278060 w 1011404"/>
              <a:gd name="connsiteY24" fmla="*/ 11385 h 1030300"/>
              <a:gd name="connsiteX25" fmla="*/ 117151 w 1011404"/>
              <a:gd name="connsiteY25" fmla="*/ 24275 h 1030300"/>
              <a:gd name="connsiteX26" fmla="*/ 331654 w 1011404"/>
              <a:gd name="connsiteY26" fmla="*/ 145370 h 1030300"/>
              <a:gd name="connsiteX27" fmla="*/ 350704 w 1011404"/>
              <a:gd name="connsiteY27" fmla="*/ 216045 h 1030300"/>
              <a:gd name="connsiteX28" fmla="*/ 350704 w 1011404"/>
              <a:gd name="connsiteY28" fmla="*/ 343045 h 1030300"/>
              <a:gd name="connsiteX29" fmla="*/ 350704 w 1011404"/>
              <a:gd name="connsiteY29" fmla="*/ 352634 h 1030300"/>
              <a:gd name="connsiteX30" fmla="*/ 346513 w 1011404"/>
              <a:gd name="connsiteY30" fmla="*/ 353142 h 1030300"/>
              <a:gd name="connsiteX31" fmla="*/ 208591 w 1011404"/>
              <a:gd name="connsiteY31" fmla="*/ 352697 h 1030300"/>
              <a:gd name="connsiteX32" fmla="*/ 104069 w 1011404"/>
              <a:gd name="connsiteY32" fmla="*/ 297579 h 1030300"/>
              <a:gd name="connsiteX33" fmla="*/ 190493 w 1011404"/>
              <a:gd name="connsiteY33" fmla="*/ 79457 h 1030300"/>
              <a:gd name="connsiteX34" fmla="*/ 331654 w 1011404"/>
              <a:gd name="connsiteY34" fmla="*/ 145370 h 1030300"/>
              <a:gd name="connsiteX0" fmla="*/ 117151 w 1011404"/>
              <a:gd name="connsiteY0" fmla="*/ 24275 h 1150608"/>
              <a:gd name="connsiteX1" fmla="*/ 692 w 1011404"/>
              <a:gd name="connsiteY1" fmla="*/ 235603 h 1150608"/>
              <a:gd name="connsiteX2" fmla="*/ 208781 w 1011404"/>
              <a:gd name="connsiteY2" fmla="*/ 429659 h 1150608"/>
              <a:gd name="connsiteX3" fmla="*/ 350450 w 1011404"/>
              <a:gd name="connsiteY3" fmla="*/ 429659 h 1150608"/>
              <a:gd name="connsiteX4" fmla="*/ 357522 w 1011404"/>
              <a:gd name="connsiteY4" fmla="*/ 1150608 h 1150608"/>
              <a:gd name="connsiteX5" fmla="*/ 424089 w 1011404"/>
              <a:gd name="connsiteY5" fmla="*/ 1030300 h 1150608"/>
              <a:gd name="connsiteX6" fmla="*/ 428301 w 1011404"/>
              <a:gd name="connsiteY6" fmla="*/ 430358 h 1150608"/>
              <a:gd name="connsiteX7" fmla="*/ 777551 w 1011404"/>
              <a:gd name="connsiteY7" fmla="*/ 430358 h 1150608"/>
              <a:gd name="connsiteX8" fmla="*/ 652519 w 1011404"/>
              <a:gd name="connsiteY8" fmla="*/ 640352 h 1150608"/>
              <a:gd name="connsiteX9" fmla="*/ 698747 w 1011404"/>
              <a:gd name="connsiteY9" fmla="*/ 640352 h 1150608"/>
              <a:gd name="connsiteX10" fmla="*/ 713225 w 1011404"/>
              <a:gd name="connsiteY10" fmla="*/ 633050 h 1150608"/>
              <a:gd name="connsiteX11" fmla="*/ 864800 w 1011404"/>
              <a:gd name="connsiteY11" fmla="*/ 484206 h 1150608"/>
              <a:gd name="connsiteX12" fmla="*/ 1004881 w 1011404"/>
              <a:gd name="connsiteY12" fmla="*/ 412641 h 1150608"/>
              <a:gd name="connsiteX13" fmla="*/ 1011231 w 1011404"/>
              <a:gd name="connsiteY13" fmla="*/ 402608 h 1150608"/>
              <a:gd name="connsiteX14" fmla="*/ 1011231 w 1011404"/>
              <a:gd name="connsiteY14" fmla="*/ 379685 h 1150608"/>
              <a:gd name="connsiteX15" fmla="*/ 1003547 w 1011404"/>
              <a:gd name="connsiteY15" fmla="*/ 368826 h 1150608"/>
              <a:gd name="connsiteX16" fmla="*/ 710241 w 1011404"/>
              <a:gd name="connsiteY16" fmla="*/ 145624 h 1150608"/>
              <a:gd name="connsiteX17" fmla="*/ 705224 w 1011404"/>
              <a:gd name="connsiteY17" fmla="*/ 141687 h 1150608"/>
              <a:gd name="connsiteX18" fmla="*/ 652138 w 1011404"/>
              <a:gd name="connsiteY18" fmla="*/ 141687 h 1150608"/>
              <a:gd name="connsiteX19" fmla="*/ 777487 w 1011404"/>
              <a:gd name="connsiteY19" fmla="*/ 353078 h 1150608"/>
              <a:gd name="connsiteX20" fmla="*/ 428237 w 1011404"/>
              <a:gd name="connsiteY20" fmla="*/ 353078 h 1150608"/>
              <a:gd name="connsiteX21" fmla="*/ 428237 w 1011404"/>
              <a:gd name="connsiteY21" fmla="*/ 344887 h 1150608"/>
              <a:gd name="connsiteX22" fmla="*/ 428237 w 1011404"/>
              <a:gd name="connsiteY22" fmla="*/ 210013 h 1150608"/>
              <a:gd name="connsiteX23" fmla="*/ 422776 w 1011404"/>
              <a:gd name="connsiteY23" fmla="*/ 165563 h 1150608"/>
              <a:gd name="connsiteX24" fmla="*/ 278060 w 1011404"/>
              <a:gd name="connsiteY24" fmla="*/ 11385 h 1150608"/>
              <a:gd name="connsiteX25" fmla="*/ 117151 w 1011404"/>
              <a:gd name="connsiteY25" fmla="*/ 24275 h 1150608"/>
              <a:gd name="connsiteX26" fmla="*/ 331654 w 1011404"/>
              <a:gd name="connsiteY26" fmla="*/ 145370 h 1150608"/>
              <a:gd name="connsiteX27" fmla="*/ 350704 w 1011404"/>
              <a:gd name="connsiteY27" fmla="*/ 216045 h 1150608"/>
              <a:gd name="connsiteX28" fmla="*/ 350704 w 1011404"/>
              <a:gd name="connsiteY28" fmla="*/ 343045 h 1150608"/>
              <a:gd name="connsiteX29" fmla="*/ 350704 w 1011404"/>
              <a:gd name="connsiteY29" fmla="*/ 352634 h 1150608"/>
              <a:gd name="connsiteX30" fmla="*/ 346513 w 1011404"/>
              <a:gd name="connsiteY30" fmla="*/ 353142 h 1150608"/>
              <a:gd name="connsiteX31" fmla="*/ 208591 w 1011404"/>
              <a:gd name="connsiteY31" fmla="*/ 352697 h 1150608"/>
              <a:gd name="connsiteX32" fmla="*/ 104069 w 1011404"/>
              <a:gd name="connsiteY32" fmla="*/ 297579 h 1150608"/>
              <a:gd name="connsiteX33" fmla="*/ 190493 w 1011404"/>
              <a:gd name="connsiteY33" fmla="*/ 79457 h 1150608"/>
              <a:gd name="connsiteX34" fmla="*/ 331654 w 1011404"/>
              <a:gd name="connsiteY34" fmla="*/ 145370 h 1150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11404" h="1150608">
                <a:moveTo>
                  <a:pt x="117151" y="24275"/>
                </a:moveTo>
                <a:cubicBezTo>
                  <a:pt x="34918" y="69741"/>
                  <a:pt x="-5912" y="140163"/>
                  <a:pt x="692" y="235603"/>
                </a:cubicBezTo>
                <a:cubicBezTo>
                  <a:pt x="7994" y="341013"/>
                  <a:pt x="103117" y="429659"/>
                  <a:pt x="208781" y="429659"/>
                </a:cubicBezTo>
                <a:lnTo>
                  <a:pt x="350450" y="429659"/>
                </a:lnTo>
                <a:cubicBezTo>
                  <a:pt x="352807" y="669975"/>
                  <a:pt x="355165" y="910292"/>
                  <a:pt x="357522" y="1150608"/>
                </a:cubicBezTo>
                <a:lnTo>
                  <a:pt x="424089" y="1030300"/>
                </a:lnTo>
                <a:lnTo>
                  <a:pt x="428301" y="430358"/>
                </a:lnTo>
                <a:lnTo>
                  <a:pt x="777551" y="430358"/>
                </a:lnTo>
                <a:cubicBezTo>
                  <a:pt x="722305" y="492842"/>
                  <a:pt x="679379" y="561231"/>
                  <a:pt x="652519" y="640352"/>
                </a:cubicBezTo>
                <a:lnTo>
                  <a:pt x="698747" y="640352"/>
                </a:ln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lnTo>
                  <a:pt x="652138" y="141687"/>
                </a:ln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lnTo>
                  <a:pt x="350704" y="343045"/>
                </a:lnTo>
                <a:lnTo>
                  <a:pt x="350704" y="352634"/>
                </a:lnTo>
                <a:cubicBezTo>
                  <a:pt x="349319" y="352892"/>
                  <a:pt x="347920" y="353061"/>
                  <a:pt x="346513" y="353142"/>
                </a:cubicBezTo>
                <a:lnTo>
                  <a:pt x="208591" y="352697"/>
                </a:ln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04FCF7FD-3F84-F04D-B73E-0F9F6BA8316B}"/>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170834363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Text and Image (half screen) 04">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033245"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3" name="Freeform 12">
            <a:extLst>
              <a:ext uri="{FF2B5EF4-FFF2-40B4-BE49-F238E27FC236}">
                <a16:creationId xmlns:a16="http://schemas.microsoft.com/office/drawing/2014/main" id="{7B0E7391-6002-FB45-BBA6-F3FB8D17702E}"/>
              </a:ext>
            </a:extLst>
          </p:cNvPr>
          <p:cNvSpPr/>
          <p:nvPr userDrawn="1"/>
        </p:nvSpPr>
        <p:spPr>
          <a:xfrm>
            <a:off x="2438400" y="4986716"/>
            <a:ext cx="3800356" cy="1588056"/>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28CEF6"/>
          </a:solidFill>
          <a:ln w="6350" cap="flat">
            <a:noFill/>
            <a:prstDash val="solid"/>
            <a:miter/>
          </a:ln>
        </p:spPr>
        <p:txBody>
          <a:bodyPr rtlCol="0" anchor="ctr"/>
          <a:lstStyle/>
          <a:p>
            <a:endParaRPr lang="en-GB"/>
          </a:p>
        </p:txBody>
      </p:sp>
      <p:sp>
        <p:nvSpPr>
          <p:cNvPr id="9" name="Text Placeholder 7">
            <a:extLst>
              <a:ext uri="{FF2B5EF4-FFF2-40B4-BE49-F238E27FC236}">
                <a16:creationId xmlns:a16="http://schemas.microsoft.com/office/drawing/2014/main" id="{196E7A6F-DAC6-B441-B5F5-018B0C7C2A2F}"/>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9525016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ext and Image (half screen) 05">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231966"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8">
            <a:extLst>
              <a:ext uri="{FF2B5EF4-FFF2-40B4-BE49-F238E27FC236}">
                <a16:creationId xmlns:a16="http://schemas.microsoft.com/office/drawing/2014/main" id="{995C290C-8FFE-F94A-AD94-999FF732A5AE}"/>
              </a:ext>
            </a:extLst>
          </p:cNvPr>
          <p:cNvSpPr/>
          <p:nvPr userDrawn="1"/>
        </p:nvSpPr>
        <p:spPr>
          <a:xfrm>
            <a:off x="2260600" y="4883058"/>
            <a:ext cx="3978156" cy="1808614"/>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28CEF6"/>
          </a:solidFill>
          <a:ln w="6350" cap="flat">
            <a:noFill/>
            <a:prstDash val="solid"/>
            <a:miter/>
          </a:ln>
        </p:spPr>
        <p:txBody>
          <a:bodyPr rtlCol="0" anchor="ctr"/>
          <a:lstStyle/>
          <a:p>
            <a:endParaRPr lang="en-GB">
              <a:solidFill>
                <a:srgbClr val="FF0000"/>
              </a:solidFill>
            </a:endParaRPr>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Text Placeholder 7">
            <a:extLst>
              <a:ext uri="{FF2B5EF4-FFF2-40B4-BE49-F238E27FC236}">
                <a16:creationId xmlns:a16="http://schemas.microsoft.com/office/drawing/2014/main" id="{25A0BA27-1B3E-284F-A41F-F988E9007071}"/>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71207649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and Image (half screen) 06">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689184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grpSp>
        <p:nvGrpSpPr>
          <p:cNvPr id="9" name="Group 8">
            <a:extLst>
              <a:ext uri="{FF2B5EF4-FFF2-40B4-BE49-F238E27FC236}">
                <a16:creationId xmlns:a16="http://schemas.microsoft.com/office/drawing/2014/main" id="{468EB35F-FFAA-8442-BF5E-3C5271F7E98F}"/>
              </a:ext>
            </a:extLst>
          </p:cNvPr>
          <p:cNvGrpSpPr/>
          <p:nvPr userDrawn="1"/>
        </p:nvGrpSpPr>
        <p:grpSpPr>
          <a:xfrm>
            <a:off x="809430" y="4944517"/>
            <a:ext cx="5224040" cy="2153538"/>
            <a:chOff x="-2229" y="2361812"/>
            <a:chExt cx="11067619" cy="4514835"/>
          </a:xfrm>
          <a:solidFill>
            <a:srgbClr val="28CEF6"/>
          </a:solidFill>
        </p:grpSpPr>
        <p:sp>
          <p:nvSpPr>
            <p:cNvPr id="10" name="Freeform 9">
              <a:extLst>
                <a:ext uri="{FF2B5EF4-FFF2-40B4-BE49-F238E27FC236}">
                  <a16:creationId xmlns:a16="http://schemas.microsoft.com/office/drawing/2014/main" id="{AB1585F1-E215-1548-8637-7E8C0385C15A}"/>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4F563A89-DCDC-4C47-92E0-B3686C8D66F2}"/>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16" name="Freeform 15">
              <a:extLst>
                <a:ext uri="{FF2B5EF4-FFF2-40B4-BE49-F238E27FC236}">
                  <a16:creationId xmlns:a16="http://schemas.microsoft.com/office/drawing/2014/main" id="{DCBCC570-67B4-834A-BD7A-4A77AA290CC5}"/>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
        <p:nvSpPr>
          <p:cNvPr id="2" name="Rectangle 1">
            <a:extLst>
              <a:ext uri="{FF2B5EF4-FFF2-40B4-BE49-F238E27FC236}">
                <a16:creationId xmlns:a16="http://schemas.microsoft.com/office/drawing/2014/main" id="{9EFA3298-7FC1-5548-9F81-64937AC42EC6}"/>
              </a:ext>
            </a:extLst>
          </p:cNvPr>
          <p:cNvSpPr/>
          <p:nvPr userDrawn="1"/>
        </p:nvSpPr>
        <p:spPr>
          <a:xfrm>
            <a:off x="0" y="5647991"/>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ectangle 16">
            <a:extLst>
              <a:ext uri="{FF2B5EF4-FFF2-40B4-BE49-F238E27FC236}">
                <a16:creationId xmlns:a16="http://schemas.microsoft.com/office/drawing/2014/main" id="{BEA52628-6F84-8C43-AB11-FEC583CBC488}"/>
              </a:ext>
            </a:extLst>
          </p:cNvPr>
          <p:cNvSpPr/>
          <p:nvPr userDrawn="1"/>
        </p:nvSpPr>
        <p:spPr>
          <a:xfrm>
            <a:off x="0" y="6186279"/>
            <a:ext cx="973290" cy="2088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 Placeholder 7">
            <a:extLst>
              <a:ext uri="{FF2B5EF4-FFF2-40B4-BE49-F238E27FC236}">
                <a16:creationId xmlns:a16="http://schemas.microsoft.com/office/drawing/2014/main" id="{F39D1C75-606C-4D47-8814-AB30DCA4C3B5}"/>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31168156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ext and Image (half screen) 07">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a:t>Click icon to add picture</a:t>
            </a:r>
          </a:p>
        </p:txBody>
      </p:sp>
      <p:sp>
        <p:nvSpPr>
          <p:cNvPr id="11" name="Text Placeholder 2"/>
          <p:cNvSpPr>
            <a:spLocks noGrp="1"/>
          </p:cNvSpPr>
          <p:nvPr>
            <p:ph type="body" sz="quarter" idx="12" hasCustomPrompt="1"/>
          </p:nvPr>
        </p:nvSpPr>
        <p:spPr>
          <a:xfrm>
            <a:off x="385650" y="1147572"/>
            <a:ext cx="7448024"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Graphic 31">
            <a:extLst>
              <a:ext uri="{FF2B5EF4-FFF2-40B4-BE49-F238E27FC236}">
                <a16:creationId xmlns:a16="http://schemas.microsoft.com/office/drawing/2014/main" id="{9C512DAC-73B9-1442-A749-B233372D06B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9" name="Freeform 8">
            <a:extLst>
              <a:ext uri="{FF2B5EF4-FFF2-40B4-BE49-F238E27FC236}">
                <a16:creationId xmlns:a16="http://schemas.microsoft.com/office/drawing/2014/main" id="{A47FC6CD-AA14-4D49-9723-6E8098A42BDE}"/>
              </a:ext>
            </a:extLst>
          </p:cNvPr>
          <p:cNvSpPr/>
          <p:nvPr userDrawn="1"/>
        </p:nvSpPr>
        <p:spPr>
          <a:xfrm>
            <a:off x="1089126" y="5113958"/>
            <a:ext cx="4705493" cy="1997697"/>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28CEF6"/>
          </a:solidFill>
          <a:ln w="6350" cap="flat">
            <a:noFill/>
            <a:prstDash val="solid"/>
            <a:miter/>
          </a:ln>
        </p:spPr>
        <p:txBody>
          <a:bodyPr rtlCol="0" anchor="ctr"/>
          <a:lstStyle/>
          <a:p>
            <a:endParaRPr lang="en-GB"/>
          </a:p>
        </p:txBody>
      </p:sp>
      <p:sp>
        <p:nvSpPr>
          <p:cNvPr id="10" name="Rectangle 9">
            <a:extLst>
              <a:ext uri="{FF2B5EF4-FFF2-40B4-BE49-F238E27FC236}">
                <a16:creationId xmlns:a16="http://schemas.microsoft.com/office/drawing/2014/main" id="{B4A67683-0430-4240-B4B7-D18D14CA47BF}"/>
              </a:ext>
            </a:extLst>
          </p:cNvPr>
          <p:cNvSpPr/>
          <p:nvPr userDrawn="1"/>
        </p:nvSpPr>
        <p:spPr>
          <a:xfrm>
            <a:off x="-2933" y="5945277"/>
            <a:ext cx="1465659" cy="338400"/>
          </a:xfrm>
          <a:prstGeom prst="rect">
            <a:avLst/>
          </a:prstGeom>
          <a:solidFill>
            <a:srgbClr val="28CE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laceholder 7">
            <a:extLst>
              <a:ext uri="{FF2B5EF4-FFF2-40B4-BE49-F238E27FC236}">
                <a16:creationId xmlns:a16="http://schemas.microsoft.com/office/drawing/2014/main" id="{CC321F0F-9EE5-FC4B-A5AF-678F2F4F9CB6}"/>
              </a:ext>
            </a:extLst>
          </p:cNvPr>
          <p:cNvSpPr>
            <a:spLocks noGrp="1"/>
          </p:cNvSpPr>
          <p:nvPr>
            <p:ph type="body" sz="quarter" idx="11" hasCustomPrompt="1"/>
          </p:nvPr>
        </p:nvSpPr>
        <p:spPr>
          <a:xfrm>
            <a:off x="373063" y="1892636"/>
            <a:ext cx="6143484" cy="2742864"/>
          </a:xfrm>
        </p:spPr>
        <p:txBody>
          <a:bodyPr/>
          <a:lstStyle>
            <a:lvl1pPr marL="0" indent="0">
              <a:lnSpc>
                <a:spcPct val="100000"/>
              </a:lnSpc>
              <a:buFont typeface="Arial" panose="020B0604020202020204" pitchFamily="34" charset="0"/>
              <a:buNone/>
              <a:defRPr sz="1800" b="0"/>
            </a:lvl1pPr>
            <a:lvl2pPr marL="171450" indent="-171450">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Tree>
    <p:extLst>
      <p:ext uri="{BB962C8B-B14F-4D97-AF65-F5344CB8AC3E}">
        <p14:creationId xmlns:p14="http://schemas.microsoft.com/office/powerpoint/2010/main" val="253546037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Activity 2">
    <p:bg>
      <p:bgPr>
        <a:solidFill>
          <a:srgbClr val="23CEF9"/>
        </a:solidFill>
        <a:effectLst/>
      </p:bgPr>
    </p:bg>
    <p:spTree>
      <p:nvGrpSpPr>
        <p:cNvPr id="1" name=""/>
        <p:cNvGrpSpPr/>
        <p:nvPr/>
      </p:nvGrpSpPr>
      <p:grpSpPr>
        <a:xfrm>
          <a:off x="0" y="0"/>
          <a:ext cx="0" cy="0"/>
          <a:chOff x="0" y="0"/>
          <a:chExt cx="0" cy="0"/>
        </a:xfrm>
      </p:grpSpPr>
      <p:pic>
        <p:nvPicPr>
          <p:cNvPr id="9" name="Graphic 31">
            <a:extLst>
              <a:ext uri="{FF2B5EF4-FFF2-40B4-BE49-F238E27FC236}">
                <a16:creationId xmlns:a16="http://schemas.microsoft.com/office/drawing/2014/main" id="{1AABA4C8-3AF1-D94B-A8D4-5A6363015C9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9739" y="377825"/>
            <a:ext cx="738525" cy="522000"/>
          </a:xfrm>
          <a:prstGeom prst="rect">
            <a:avLst/>
          </a:prstGeom>
        </p:spPr>
      </p:pic>
      <p:sp>
        <p:nvSpPr>
          <p:cNvPr id="10" name="Freeform 9">
            <a:extLst>
              <a:ext uri="{FF2B5EF4-FFF2-40B4-BE49-F238E27FC236}">
                <a16:creationId xmlns:a16="http://schemas.microsoft.com/office/drawing/2014/main" id="{56887D20-DCD6-8E49-BF31-8F4C2FCCD421}"/>
              </a:ext>
            </a:extLst>
          </p:cNvPr>
          <p:cNvSpPr>
            <a:spLocks noChangeAspect="1"/>
          </p:cNvSpPr>
          <p:nvPr userDrawn="1"/>
        </p:nvSpPr>
        <p:spPr>
          <a:xfrm>
            <a:off x="1284756" y="377825"/>
            <a:ext cx="5336178" cy="6146736"/>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sz="1351"/>
          </a:p>
        </p:txBody>
      </p:sp>
      <p:sp>
        <p:nvSpPr>
          <p:cNvPr id="7" name="Title 1">
            <a:extLst>
              <a:ext uri="{FF2B5EF4-FFF2-40B4-BE49-F238E27FC236}">
                <a16:creationId xmlns:a16="http://schemas.microsoft.com/office/drawing/2014/main" id="{44DC967D-822F-0D4D-9D88-47A397D6890B}"/>
              </a:ext>
            </a:extLst>
          </p:cNvPr>
          <p:cNvSpPr>
            <a:spLocks noGrp="1"/>
          </p:cNvSpPr>
          <p:nvPr>
            <p:ph type="ctrTitle" hasCustomPrompt="1"/>
          </p:nvPr>
        </p:nvSpPr>
        <p:spPr>
          <a:xfrm>
            <a:off x="7123413" y="749300"/>
            <a:ext cx="4679121" cy="2019300"/>
          </a:xfrm>
        </p:spPr>
        <p:txBody>
          <a:bodyPr anchor="b" anchorCtr="0">
            <a:noAutofit/>
          </a:bodyPr>
          <a:lstStyle>
            <a:lvl1pPr algn="l">
              <a:lnSpc>
                <a:spcPct val="100000"/>
              </a:lnSpc>
              <a:defRPr sz="4000" baseline="0">
                <a:solidFill>
                  <a:srgbClr val="004050"/>
                </a:solidFill>
              </a:defRPr>
            </a:lvl1pPr>
          </a:lstStyle>
          <a:p>
            <a:r>
              <a:rPr lang="en-US" noProof="0"/>
              <a:t>Activity: </a:t>
            </a:r>
            <a:br>
              <a:rPr lang="en-US" noProof="0"/>
            </a:br>
            <a:r>
              <a:rPr lang="en-US" noProof="0"/>
              <a:t>Click to edit title</a:t>
            </a:r>
            <a:endParaRPr lang="en-GB" noProof="0"/>
          </a:p>
        </p:txBody>
      </p:sp>
      <p:sp>
        <p:nvSpPr>
          <p:cNvPr id="8" name="Text Placeholder 3">
            <a:extLst>
              <a:ext uri="{FF2B5EF4-FFF2-40B4-BE49-F238E27FC236}">
                <a16:creationId xmlns:a16="http://schemas.microsoft.com/office/drawing/2014/main" id="{F99DB077-1C85-A441-AE94-AEC6EEA7D38E}"/>
              </a:ext>
            </a:extLst>
          </p:cNvPr>
          <p:cNvSpPr>
            <a:spLocks noGrp="1"/>
          </p:cNvSpPr>
          <p:nvPr>
            <p:ph type="body" sz="quarter" idx="10" hasCustomPrompt="1"/>
          </p:nvPr>
        </p:nvSpPr>
        <p:spPr>
          <a:xfrm>
            <a:off x="7123413" y="3201192"/>
            <a:ext cx="4679121" cy="709613"/>
          </a:xfrm>
        </p:spPr>
        <p:txBody>
          <a:bodyPr/>
          <a:lstStyle>
            <a:lvl1pPr>
              <a:lnSpc>
                <a:spcPct val="100000"/>
              </a:lnSpc>
              <a:defRPr b="1" baseline="0"/>
            </a:lvl1pPr>
          </a:lstStyle>
          <a:p>
            <a:pPr lvl="0"/>
            <a:r>
              <a:rPr lang="en-US"/>
              <a:t>Click to edit instructions</a:t>
            </a:r>
          </a:p>
        </p:txBody>
      </p:sp>
    </p:spTree>
    <p:extLst>
      <p:ext uri="{BB962C8B-B14F-4D97-AF65-F5344CB8AC3E}">
        <p14:creationId xmlns:p14="http://schemas.microsoft.com/office/powerpoint/2010/main" val="368745874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5">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 Teal">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duotone>
              <a:prstClr val="black"/>
              <a:schemeClr val="tx1">
                <a:lumMod val="50000"/>
                <a:lumOff val="50000"/>
                <a:tint val="45000"/>
                <a:satMod val="400000"/>
              </a:schemeClr>
            </a:duotone>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400000"/>
                    </a14:imgEffect>
                    <a14:imgEffect>
                      <a14:brightnessContrast bright="32000" contrast="-3000"/>
                    </a14:imgEffect>
                  </a14:imgLayer>
                </a14:imgProps>
              </a:ext>
              <a:ext uri="{28A0092B-C50C-407E-A947-70E740481C1C}">
                <a14:useLocalDpi xmlns:a14="http://schemas.microsoft.com/office/drawing/2010/main" val="0"/>
              </a:ext>
            </a:extLst>
          </a:blip>
          <a:srcRect t="15663" r="13611"/>
          <a:stretch/>
        </p:blipFill>
        <p:spPr>
          <a:xfrm>
            <a:off x="7096499" y="0"/>
            <a:ext cx="5098350" cy="5669899"/>
          </a:xfrm>
          <a:prstGeom prst="rect">
            <a:avLst/>
          </a:prstGeom>
        </p:spPr>
      </p:pic>
      <p:pic>
        <p:nvPicPr>
          <p:cNvPr id="12"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0900" y="302477"/>
            <a:ext cx="2643023" cy="1610367"/>
          </a:xfrm>
          <a:prstGeom prst="rect">
            <a:avLst/>
          </a:prstGeom>
        </p:spPr>
      </p:pic>
      <p:sp>
        <p:nvSpPr>
          <p:cNvPr id="6" name="Text Placeholder 3">
            <a:extLst>
              <a:ext uri="{FF2B5EF4-FFF2-40B4-BE49-F238E27FC236}">
                <a16:creationId xmlns:a16="http://schemas.microsoft.com/office/drawing/2014/main" id="{52F189F0-0DDE-404F-9FD7-21EBA1DC016F}"/>
              </a:ext>
            </a:extLst>
          </p:cNvPr>
          <p:cNvSpPr>
            <a:spLocks noGrp="1"/>
          </p:cNvSpPr>
          <p:nvPr>
            <p:ph type="body" sz="quarter" idx="10" hasCustomPrompt="1"/>
          </p:nvPr>
        </p:nvSpPr>
        <p:spPr>
          <a:xfrm>
            <a:off x="376237" y="5768975"/>
            <a:ext cx="6604609" cy="709613"/>
          </a:xfrm>
        </p:spPr>
        <p:txBody>
          <a:bodyPr/>
          <a:lstStyle>
            <a:lvl1pPr marL="0" marR="0" indent="0" algn="l" defTabSz="914377" rtl="0" eaLnBrk="1" fontAlgn="auto" latinLnBrk="0" hangingPunct="1">
              <a:lnSpc>
                <a:spcPct val="100000"/>
              </a:lnSpc>
              <a:spcBef>
                <a:spcPts val="0"/>
              </a:spcBef>
              <a:spcAft>
                <a:spcPts val="0"/>
              </a:spcAft>
              <a:buClrTx/>
              <a:buSzTx/>
              <a:buFontTx/>
              <a:buNone/>
              <a:tabLst/>
              <a:defRPr baseline="0"/>
            </a:lvl1p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Hope you enjoyed this learning journey.</a:t>
            </a:r>
          </a:p>
        </p:txBody>
      </p:sp>
      <p:sp>
        <p:nvSpPr>
          <p:cNvPr id="7" name="Title 1">
            <a:extLst>
              <a:ext uri="{FF2B5EF4-FFF2-40B4-BE49-F238E27FC236}">
                <a16:creationId xmlns:a16="http://schemas.microsoft.com/office/drawing/2014/main" id="{7BA3DF19-D33D-4658-9164-10D3FE685928}"/>
              </a:ext>
            </a:extLst>
          </p:cNvPr>
          <p:cNvSpPr>
            <a:spLocks noGrp="1"/>
          </p:cNvSpPr>
          <p:nvPr>
            <p:ph type="ctrTitle" hasCustomPrompt="1"/>
          </p:nvPr>
        </p:nvSpPr>
        <p:spPr>
          <a:xfrm>
            <a:off x="384785" y="2322726"/>
            <a:ext cx="6596062" cy="2431485"/>
          </a:xfrm>
        </p:spPr>
        <p:txBody>
          <a:bodyPr anchor="b" anchorCtr="0">
            <a:noAutofit/>
          </a:bodyPr>
          <a:lstStyle>
            <a:lvl1pPr algn="l">
              <a:lnSpc>
                <a:spcPct val="90000"/>
              </a:lnSpc>
              <a:defRPr sz="5600" baseline="0">
                <a:solidFill>
                  <a:srgbClr val="004050"/>
                </a:solidFill>
                <a:latin typeface="Montserrat Black" panose="00000A00000000000000" pitchFamily="2" charset="0"/>
              </a:defRPr>
            </a:lvl1pPr>
          </a:lstStyle>
          <a:p>
            <a:r>
              <a:rPr lang="en-US" noProof="0" dirty="0"/>
              <a:t>THANK YOU</a:t>
            </a:r>
          </a:p>
        </p:txBody>
      </p:sp>
    </p:spTree>
    <p:extLst>
      <p:ext uri="{BB962C8B-B14F-4D97-AF65-F5344CB8AC3E}">
        <p14:creationId xmlns:p14="http://schemas.microsoft.com/office/powerpoint/2010/main" val="1504287057"/>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ext Placeholder 2"/>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6" name="Text Placeholder 7"/>
          <p:cNvSpPr>
            <a:spLocks noGrp="1"/>
          </p:cNvSpPr>
          <p:nvPr>
            <p:ph type="body" sz="quarter" idx="11" hasCustomPrompt="1"/>
          </p:nvPr>
        </p:nvSpPr>
        <p:spPr>
          <a:xfrm>
            <a:off x="376237" y="1240838"/>
            <a:ext cx="11431587" cy="5237751"/>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marL="88898" indent="0">
              <a:lnSpc>
                <a:spcPct val="100000"/>
              </a:lnSpc>
              <a:buFont typeface="Arial" panose="020B0604020202020204" pitchFamily="34" charset="0"/>
              <a:buNone/>
              <a:defRPr sz="1800" b="0"/>
            </a:lvl3pPr>
            <a:lvl4pPr marL="88898" indent="0">
              <a:lnSpc>
                <a:spcPct val="100000"/>
              </a:lnSpc>
              <a:buFont typeface="Arial" panose="020B0604020202020204" pitchFamily="34" charset="0"/>
              <a:buNone/>
              <a:defRPr sz="1800" b="0"/>
            </a:lvl4pPr>
            <a:lvl5pPr marL="355591" indent="-266693">
              <a:lnSpc>
                <a:spcPct val="100000"/>
              </a:lnSpc>
              <a:buFont typeface="Arial" panose="020B0604020202020204" pitchFamily="34" charset="0"/>
              <a:buChar char="•"/>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2529662652"/>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guide id="3" orient="horz" pos="2160">
          <p15:clr>
            <a:srgbClr val="FBAE40"/>
          </p15:clr>
        </p15:guide>
        <p15:guide id="4" orient="horz" pos="2260">
          <p15:clr>
            <a:srgbClr val="FBAE40"/>
          </p15:clr>
        </p15:guide>
        <p15:guide id="5" pos="39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5" name="Text Placeholder 2">
            <a:extLst>
              <a:ext uri="{FF2B5EF4-FFF2-40B4-BE49-F238E27FC236}">
                <a16:creationId xmlns:a16="http://schemas.microsoft.com/office/drawing/2014/main" id="{503A14FE-D075-C54D-A7E3-E22DBF933384}"/>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759301388"/>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167298" y="2921079"/>
            <a:ext cx="2124159" cy="2749952"/>
          </a:xfrm>
        </p:spPr>
        <p:txBody>
          <a:bodyPr/>
          <a:lstStyle>
            <a:lvl1pPr marL="0" indent="0">
              <a:lnSpc>
                <a:spcPct val="100000"/>
              </a:lnSpc>
              <a:buFont typeface="Arial" panose="020B0604020202020204" pitchFamily="34" charset="0"/>
              <a:buNone/>
              <a:defRPr sz="1800" b="0"/>
            </a:lvl1pPr>
            <a:lvl2pPr marL="0" indent="0">
              <a:buFont typeface="Arial" panose="020B0604020202020204" pitchFamily="34" charset="0"/>
              <a:buNone/>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4" name="Text Placeholder 4"/>
          <p:cNvSpPr>
            <a:spLocks noGrp="1"/>
          </p:cNvSpPr>
          <p:nvPr>
            <p:ph type="body" sz="quarter" idx="16" hasCustomPrompt="1"/>
          </p:nvPr>
        </p:nvSpPr>
        <p:spPr>
          <a:xfrm>
            <a:off x="3747517" y="2921079"/>
            <a:ext cx="2068065"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6" name="Text Placeholder 4"/>
          <p:cNvSpPr>
            <a:spLocks noGrp="1"/>
          </p:cNvSpPr>
          <p:nvPr>
            <p:ph type="body" sz="quarter" idx="17" hasCustomPrompt="1"/>
          </p:nvPr>
        </p:nvSpPr>
        <p:spPr>
          <a:xfrm>
            <a:off x="6257866" y="2921079"/>
            <a:ext cx="2130523"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7" name="Picture Placeholder 21"/>
          <p:cNvSpPr>
            <a:spLocks noGrp="1"/>
          </p:cNvSpPr>
          <p:nvPr>
            <p:ph type="pic" sz="quarter" idx="18" hasCustomPrompt="1"/>
          </p:nvPr>
        </p:nvSpPr>
        <p:spPr>
          <a:xfrm>
            <a:off x="1167299" y="1240564"/>
            <a:ext cx="1437932" cy="1437931"/>
          </a:xfrm>
        </p:spPr>
        <p:txBody>
          <a:bodyPr/>
          <a:lstStyle>
            <a:lvl1pPr marL="0" indent="0">
              <a:buNone/>
              <a:defRPr/>
            </a:lvl1pPr>
          </a:lstStyle>
          <a:p>
            <a:r>
              <a:rPr lang="en-GB"/>
              <a:t>icon</a:t>
            </a:r>
          </a:p>
        </p:txBody>
      </p:sp>
      <p:sp>
        <p:nvSpPr>
          <p:cNvPr id="8" name="Picture Placeholder 21"/>
          <p:cNvSpPr>
            <a:spLocks noGrp="1"/>
          </p:cNvSpPr>
          <p:nvPr>
            <p:ph type="pic" sz="quarter" idx="19" hasCustomPrompt="1"/>
          </p:nvPr>
        </p:nvSpPr>
        <p:spPr>
          <a:xfrm>
            <a:off x="3747517" y="1233488"/>
            <a:ext cx="1437932" cy="1437931"/>
          </a:xfrm>
        </p:spPr>
        <p:txBody>
          <a:bodyPr/>
          <a:lstStyle>
            <a:lvl1pPr marL="0" indent="0">
              <a:buNone/>
              <a:defRPr/>
            </a:lvl1pPr>
          </a:lstStyle>
          <a:p>
            <a:r>
              <a:rPr lang="en-GB"/>
              <a:t>icon</a:t>
            </a:r>
          </a:p>
        </p:txBody>
      </p:sp>
      <p:sp>
        <p:nvSpPr>
          <p:cNvPr id="9" name="Picture Placeholder 21"/>
          <p:cNvSpPr>
            <a:spLocks noGrp="1"/>
          </p:cNvSpPr>
          <p:nvPr>
            <p:ph type="pic" sz="quarter" idx="20" hasCustomPrompt="1"/>
          </p:nvPr>
        </p:nvSpPr>
        <p:spPr>
          <a:xfrm>
            <a:off x="6257867" y="1240564"/>
            <a:ext cx="1437932" cy="1437931"/>
          </a:xfrm>
        </p:spPr>
        <p:txBody>
          <a:bodyPr/>
          <a:lstStyle>
            <a:lvl1pPr marL="0" indent="0">
              <a:buNone/>
              <a:defRPr/>
            </a:lvl1pPr>
          </a:lstStyle>
          <a:p>
            <a:r>
              <a:rPr lang="en-GB"/>
              <a:t>icon</a:t>
            </a:r>
          </a:p>
        </p:txBody>
      </p:sp>
      <p:sp>
        <p:nvSpPr>
          <p:cNvPr id="10" name="Text Placeholder 4"/>
          <p:cNvSpPr>
            <a:spLocks noGrp="1"/>
          </p:cNvSpPr>
          <p:nvPr>
            <p:ph type="body" sz="quarter" idx="21" hasCustomPrompt="1"/>
          </p:nvPr>
        </p:nvSpPr>
        <p:spPr>
          <a:xfrm>
            <a:off x="8744941" y="2936069"/>
            <a:ext cx="2183449" cy="2749952"/>
          </a:xfrm>
        </p:spPr>
        <p:txBody>
          <a:bodyPr/>
          <a:lstStyle>
            <a:lvl1pPr marL="0" indent="0">
              <a:lnSpc>
                <a:spcPct val="100000"/>
              </a:lnSpc>
              <a:buFont typeface="Arial" panose="020B0604020202020204" pitchFamily="34" charset="0"/>
              <a:buNone/>
              <a:defRPr sz="1800" b="0"/>
            </a:lvl1pPr>
            <a:lvl2pPr marL="179996" indent="-179996">
              <a:buFont typeface="Arial" panose="020B0604020202020204" pitchFamily="34" charset="0"/>
              <a:buChar char="•"/>
              <a:defRPr sz="1800"/>
            </a:lvl2pPr>
            <a:lvl3pPr marL="179996" indent="-179996">
              <a:buFont typeface="Arial" panose="020B0604020202020204" pitchFamily="34" charset="0"/>
              <a:buChar char="•"/>
              <a:defRPr/>
            </a:lvl3pPr>
            <a:lvl4pPr marL="179996" indent="-179996">
              <a:buFont typeface="Arial" panose="020B0604020202020204" pitchFamily="34" charset="0"/>
              <a:buChar char="•"/>
              <a:defRPr/>
            </a:lvl4pPr>
            <a:lvl5pPr marL="179996" indent="-179996">
              <a:buFont typeface="Arial" panose="020B0604020202020204" pitchFamily="34" charset="0"/>
              <a:buChar char="•"/>
              <a:defRPr/>
            </a:lvl5pPr>
          </a:lstStyle>
          <a:p>
            <a:pPr lvl="0"/>
            <a:r>
              <a:rPr lang="en-US"/>
              <a:t>Edit text</a:t>
            </a:r>
          </a:p>
        </p:txBody>
      </p:sp>
      <p:sp>
        <p:nvSpPr>
          <p:cNvPr id="11" name="Picture Placeholder 21"/>
          <p:cNvSpPr>
            <a:spLocks noGrp="1"/>
          </p:cNvSpPr>
          <p:nvPr>
            <p:ph type="pic" sz="quarter" idx="22" hasCustomPrompt="1"/>
          </p:nvPr>
        </p:nvSpPr>
        <p:spPr>
          <a:xfrm>
            <a:off x="8744942" y="1255555"/>
            <a:ext cx="1437932" cy="1437931"/>
          </a:xfrm>
        </p:spPr>
        <p:txBody>
          <a:bodyPr/>
          <a:lstStyle>
            <a:lvl1pPr marL="0" indent="0">
              <a:buNone/>
              <a:defRPr/>
            </a:lvl1pPr>
          </a:lstStyle>
          <a:p>
            <a:r>
              <a:rPr lang="en-GB"/>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4" name="Text Placeholder 2">
            <a:extLst>
              <a:ext uri="{FF2B5EF4-FFF2-40B4-BE49-F238E27FC236}">
                <a16:creationId xmlns:a16="http://schemas.microsoft.com/office/drawing/2014/main" id="{92C408C0-1A1B-4D4D-B79A-2D37D6F3CB19}"/>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29773864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167876"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613794" y="1246665"/>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Text Placeholder 7"/>
          <p:cNvSpPr>
            <a:spLocks noGrp="1"/>
          </p:cNvSpPr>
          <p:nvPr>
            <p:ph type="body" sz="quarter" idx="14" hasCustomPrompt="1"/>
          </p:nvPr>
        </p:nvSpPr>
        <p:spPr>
          <a:xfrm>
            <a:off x="6059713" y="1246664"/>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Text Placeholder 7"/>
          <p:cNvSpPr>
            <a:spLocks noGrp="1"/>
          </p:cNvSpPr>
          <p:nvPr>
            <p:ph type="body" sz="quarter" idx="15" hasCustomPrompt="1"/>
          </p:nvPr>
        </p:nvSpPr>
        <p:spPr>
          <a:xfrm>
            <a:off x="8505633" y="1246663"/>
            <a:ext cx="2153905"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DC41670F-D9DB-3140-AAEA-4430FBF2D30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4243739512"/>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6186490" y="1246663"/>
            <a:ext cx="5612791"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Text Placeholder 7"/>
          <p:cNvSpPr>
            <a:spLocks noGrp="1"/>
          </p:cNvSpPr>
          <p:nvPr>
            <p:ph type="body" sz="quarter" idx="13" hasCustomPrompt="1"/>
          </p:nvPr>
        </p:nvSpPr>
        <p:spPr>
          <a:xfrm>
            <a:off x="382589" y="1246661"/>
            <a:ext cx="5621337" cy="4376323"/>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FE1C86EE-79CD-A844-BC58-36532ABD5C56}"/>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366748776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Image and Text">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91181" y="1240839"/>
            <a:ext cx="5612745" cy="5237749"/>
          </a:xfrm>
          <a:prstGeom prst="rect">
            <a:avLst/>
          </a:prstGeom>
        </p:spPr>
        <p:txBody>
          <a:bodyPr/>
          <a:lstStyle>
            <a:lvl1pPr marL="0" indent="0">
              <a:buNone/>
              <a:defRPr/>
            </a:lvl1pPr>
          </a:lstStyle>
          <a:p>
            <a:r>
              <a:rPr lang="en-US"/>
              <a:t>Click icon to add picture</a:t>
            </a:r>
          </a:p>
        </p:txBody>
      </p:sp>
      <p:sp>
        <p:nvSpPr>
          <p:cNvPr id="10" name="Text Placeholder 7"/>
          <p:cNvSpPr>
            <a:spLocks noGrp="1"/>
          </p:cNvSpPr>
          <p:nvPr>
            <p:ph type="body" sz="quarter" idx="11" hasCustomPrompt="1"/>
          </p:nvPr>
        </p:nvSpPr>
        <p:spPr>
          <a:xfrm>
            <a:off x="6186489" y="1239313"/>
            <a:ext cx="5621337" cy="5239275"/>
          </a:xfrm>
        </p:spPr>
        <p:txBody>
          <a:bodyPr/>
          <a:lstStyle>
            <a:lvl1pPr marL="0" indent="0">
              <a:lnSpc>
                <a:spcPct val="100000"/>
              </a:lnSpc>
              <a:buFont typeface="Arial" panose="020B0604020202020204" pitchFamily="34" charset="0"/>
              <a:buNone/>
              <a:defRPr sz="1800" b="0"/>
            </a:lvl1pPr>
            <a:lvl2pPr marL="171446" marR="0" indent="-171446" algn="l" defTabSz="914377" rtl="0" eaLnBrk="1" fontAlgn="auto" latinLnBrk="0" hangingPunct="1">
              <a:lnSpc>
                <a:spcPct val="100000"/>
              </a:lnSpc>
              <a:spcBef>
                <a:spcPts val="0"/>
              </a:spcBef>
              <a:spcAft>
                <a:spcPts val="651"/>
              </a:spcAft>
              <a:buClrTx/>
              <a:buSzPct val="125000"/>
              <a:buFont typeface="Arial" panose="020B0604020202020204" pitchFamily="34" charset="0"/>
              <a:buChar char="•"/>
              <a:tabLst/>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BC6158FE-928A-7845-B66A-66F0FE0F7F9C}"/>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138643642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82062" y="1239312"/>
            <a:ext cx="5621863" cy="5239275"/>
          </a:xfrm>
        </p:spPr>
        <p:txBody>
          <a:bodyPr/>
          <a:lstStyle>
            <a:lvl1pPr marL="0" indent="0">
              <a:lnSpc>
                <a:spcPct val="100000"/>
              </a:lnSpc>
              <a:buFont typeface="Arial" panose="020B0604020202020204" pitchFamily="34" charset="0"/>
              <a:buNone/>
              <a:defRPr sz="1800" b="0"/>
            </a:lvl1pPr>
            <a:lvl2pPr marL="171446" indent="-171446">
              <a:lnSpc>
                <a:spcPct val="100000"/>
              </a:lnSpc>
              <a:buFont typeface="Arial" panose="020B0604020202020204" pitchFamily="34" charset="0"/>
              <a:buChar char="•"/>
              <a:defRPr sz="1800" b="0"/>
            </a:lvl2pPr>
            <a:lvl3pPr>
              <a:lnSpc>
                <a:spcPct val="100000"/>
              </a:lnSpc>
              <a:defRPr sz="1800" b="0"/>
            </a:lvl3pPr>
            <a:lvl4pPr>
              <a:lnSpc>
                <a:spcPct val="100000"/>
              </a:lnSpc>
              <a:defRPr sz="1800" b="0"/>
            </a:lvl4pPr>
            <a:lvl5pPr>
              <a:lnSpc>
                <a:spcPct val="100000"/>
              </a:lnSpc>
              <a:defRPr sz="1800" b="0"/>
            </a:lvl5pPr>
          </a:lstStyle>
          <a:p>
            <a:pPr lvl="0"/>
            <a:r>
              <a:rPr lang="en-US"/>
              <a:t>Edit text</a:t>
            </a:r>
          </a:p>
          <a:p>
            <a:pPr lvl="1"/>
            <a:r>
              <a:rPr lang="en-US"/>
              <a:t>Second level</a:t>
            </a:r>
          </a:p>
          <a:p>
            <a:pPr lvl="1"/>
            <a:r>
              <a:rPr lang="en-US"/>
              <a:t>Third level</a:t>
            </a:r>
          </a:p>
          <a:p>
            <a:pPr lvl="1"/>
            <a:r>
              <a:rPr lang="en-US"/>
              <a:t>Fourth level</a:t>
            </a:r>
          </a:p>
          <a:p>
            <a:pPr lvl="1"/>
            <a:r>
              <a:rPr lang="en-US"/>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199185" y="1246663"/>
            <a:ext cx="5608641" cy="5231924"/>
          </a:xfrm>
          <a:prstGeom prst="rect">
            <a:avLst/>
          </a:prstGeom>
        </p:spPr>
        <p:txBody>
          <a:bodyPr/>
          <a:lstStyle>
            <a:lvl1pPr marL="0" indent="0">
              <a:buNone/>
              <a:defRPr/>
            </a:lvl1pPr>
          </a:lstStyle>
          <a:p>
            <a:r>
              <a:rPr lang="en-US"/>
              <a:t>Click icon to add picture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8" name="Text Placeholder 2">
            <a:extLst>
              <a:ext uri="{FF2B5EF4-FFF2-40B4-BE49-F238E27FC236}">
                <a16:creationId xmlns:a16="http://schemas.microsoft.com/office/drawing/2014/main" id="{83FBF726-3A82-7143-ACCB-5046CC509D9D}"/>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86077348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376238" y="3968576"/>
            <a:ext cx="5627687" cy="2520000"/>
          </a:xfrm>
        </p:spPr>
        <p:txBody>
          <a:bodyPr/>
          <a:lstStyle>
            <a:lvl1pPr marL="0" indent="0">
              <a:lnSpc>
                <a:spcPct val="100000"/>
              </a:lnSpc>
              <a:buFont typeface="Arial" panose="020B0604020202020204" pitchFamily="34" charset="0"/>
              <a:buNone/>
              <a:defRPr sz="1800" b="0"/>
            </a:lvl1pPr>
            <a:lvl2pPr marL="171446" indent="-171446">
              <a:buFont typeface="Arial" panose="020B0604020202020204" pitchFamily="34" charset="0"/>
              <a:buChar char="•"/>
              <a:defRPr sz="1800"/>
            </a:lvl2pPr>
            <a:lvl3pPr marL="0" indent="0">
              <a:buNone/>
              <a:defRPr sz="1800"/>
            </a:lvl3pPr>
            <a:lvl4pPr>
              <a:defRPr sz="1800"/>
            </a:lvl4pPr>
            <a:lvl5pPr>
              <a:defRPr sz="1800"/>
            </a:lvl5pPr>
          </a:lstStyle>
          <a:p>
            <a:pPr lvl="0"/>
            <a:r>
              <a:rPr lang="en-US"/>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376249" y="1233490"/>
            <a:ext cx="5627676" cy="2576511"/>
          </a:xfrm>
          <a:prstGeom prst="rect">
            <a:avLst/>
          </a:prstGeom>
        </p:spPr>
        <p:txBody>
          <a:bodyPr/>
          <a:lstStyle>
            <a:lvl1pPr marL="0" indent="0">
              <a:buNone/>
              <a:defRPr baseline="0"/>
            </a:lvl1pPr>
          </a:lstStyle>
          <a:p>
            <a:r>
              <a:rPr lang="en-US"/>
              <a:t>Click icon to add picture</a:t>
            </a:r>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6180195" y="1233489"/>
            <a:ext cx="5627631" cy="2576511"/>
          </a:xfrm>
          <a:prstGeom prst="rect">
            <a:avLst/>
          </a:prstGeom>
        </p:spPr>
        <p:txBody>
          <a:bodyPr/>
          <a:lstStyle>
            <a:lvl1pPr marL="0" indent="0">
              <a:buNone/>
              <a:defRPr baseline="0"/>
            </a:lvl1pPr>
          </a:lstStyle>
          <a:p>
            <a:r>
              <a:rPr lang="en-US"/>
              <a:t>Click icon to add picture</a:t>
            </a:r>
          </a:p>
        </p:txBody>
      </p:sp>
      <p:sp>
        <p:nvSpPr>
          <p:cNvPr id="8" name="Text Placeholder 7"/>
          <p:cNvSpPr>
            <a:spLocks noGrp="1"/>
          </p:cNvSpPr>
          <p:nvPr>
            <p:ph type="body" sz="quarter" idx="11" hasCustomPrompt="1"/>
          </p:nvPr>
        </p:nvSpPr>
        <p:spPr>
          <a:xfrm>
            <a:off x="6180195" y="3968576"/>
            <a:ext cx="5627631" cy="2520000"/>
          </a:xfrm>
        </p:spPr>
        <p:txBody>
          <a:bodyPr/>
          <a:lstStyle>
            <a:lvl1pPr marL="0" indent="0">
              <a:lnSpc>
                <a:spcPct val="100000"/>
              </a:lnSpc>
              <a:buFont typeface="Arial" panose="020B0604020202020204" pitchFamily="34" charset="0"/>
              <a:buNone/>
              <a:defRPr b="0"/>
            </a:lvl1pPr>
            <a:lvl2pPr marL="171446" indent="-171446">
              <a:buFont typeface="Arial" panose="020B0604020202020204" pitchFamily="34" charset="0"/>
              <a:buChar char="•"/>
              <a:defRPr/>
            </a:lvl2pPr>
          </a:lstStyle>
          <a:p>
            <a:pPr lvl="0"/>
            <a:r>
              <a:rPr lang="en-US"/>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
        <p:nvSpPr>
          <p:cNvPr id="11" name="Text Placeholder 2">
            <a:extLst>
              <a:ext uri="{FF2B5EF4-FFF2-40B4-BE49-F238E27FC236}">
                <a16:creationId xmlns:a16="http://schemas.microsoft.com/office/drawing/2014/main" id="{0270B6DD-EFD0-B148-AC2D-17D9B4352A1A}"/>
              </a:ext>
            </a:extLst>
          </p:cNvPr>
          <p:cNvSpPr>
            <a:spLocks noGrp="1"/>
          </p:cNvSpPr>
          <p:nvPr>
            <p:ph type="body" sz="quarter" idx="12" hasCustomPrompt="1"/>
          </p:nvPr>
        </p:nvSpPr>
        <p:spPr>
          <a:xfrm>
            <a:off x="1212111" y="378746"/>
            <a:ext cx="10595714" cy="520263"/>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Montserrat Black" panose="00000A00000000000000" pitchFamily="2"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Tree>
    <p:extLst>
      <p:ext uri="{BB962C8B-B14F-4D97-AF65-F5344CB8AC3E}">
        <p14:creationId xmlns:p14="http://schemas.microsoft.com/office/powerpoint/2010/main" val="2342834896"/>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406779689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5.xml"/><Relationship Id="rId18" Type="http://schemas.openxmlformats.org/officeDocument/2006/relationships/slideLayout" Target="../slideLayouts/slideLayout50.xml"/><Relationship Id="rId26" Type="http://schemas.openxmlformats.org/officeDocument/2006/relationships/slideLayout" Target="../slideLayouts/slideLayout58.xml"/><Relationship Id="rId3" Type="http://schemas.openxmlformats.org/officeDocument/2006/relationships/slideLayout" Target="../slideLayouts/slideLayout35.xml"/><Relationship Id="rId21" Type="http://schemas.openxmlformats.org/officeDocument/2006/relationships/slideLayout" Target="../slideLayouts/slideLayout53.xml"/><Relationship Id="rId34" Type="http://schemas.openxmlformats.org/officeDocument/2006/relationships/slideLayout" Target="../slideLayouts/slideLayout66.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20" Type="http://schemas.openxmlformats.org/officeDocument/2006/relationships/slideLayout" Target="../slideLayouts/slideLayout52.xml"/><Relationship Id="rId29" Type="http://schemas.openxmlformats.org/officeDocument/2006/relationships/slideLayout" Target="../slideLayouts/slideLayout61.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24" Type="http://schemas.openxmlformats.org/officeDocument/2006/relationships/slideLayout" Target="../slideLayouts/slideLayout56.xml"/><Relationship Id="rId32" Type="http://schemas.openxmlformats.org/officeDocument/2006/relationships/slideLayout" Target="../slideLayouts/slideLayout64.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image" Target="../media/image1.png"/><Relationship Id="rId10" Type="http://schemas.openxmlformats.org/officeDocument/2006/relationships/slideLayout" Target="../slideLayouts/slideLayout42.xml"/><Relationship Id="rId19" Type="http://schemas.openxmlformats.org/officeDocument/2006/relationships/slideLayout" Target="../slideLayouts/slideLayout51.xml"/><Relationship Id="rId31" Type="http://schemas.openxmlformats.org/officeDocument/2006/relationships/slideLayout" Target="../slideLayouts/slideLayout63.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theme" Target="../theme/theme2.xml"/><Relationship Id="rId8" Type="http://schemas.openxmlformats.org/officeDocument/2006/relationships/slideLayout" Target="../slideLayouts/slideLayout4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9" Type="http://schemas.openxmlformats.org/officeDocument/2006/relationships/image" Target="../media/image1.png"/><Relationship Id="rId21" Type="http://schemas.openxmlformats.org/officeDocument/2006/relationships/slideLayout" Target="../slideLayouts/slideLayout87.xml"/><Relationship Id="rId34" Type="http://schemas.openxmlformats.org/officeDocument/2006/relationships/slideLayout" Target="../slideLayouts/slideLayout100.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38" Type="http://schemas.openxmlformats.org/officeDocument/2006/relationships/theme" Target="../theme/theme3.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29" Type="http://schemas.openxmlformats.org/officeDocument/2006/relationships/slideLayout" Target="../slideLayouts/slideLayout95.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37" Type="http://schemas.openxmlformats.org/officeDocument/2006/relationships/slideLayout" Target="../slideLayouts/slideLayout103.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36" Type="http://schemas.openxmlformats.org/officeDocument/2006/relationships/slideLayout" Target="../slideLayouts/slideLayout102.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35" Type="http://schemas.openxmlformats.org/officeDocument/2006/relationships/slideLayout" Target="../slideLayouts/slideLayout101.xml"/><Relationship Id="rId8" Type="http://schemas.openxmlformats.org/officeDocument/2006/relationships/slideLayout" Target="../slideLayouts/slideLayout74.xml"/><Relationship Id="rId3" Type="http://schemas.openxmlformats.org/officeDocument/2006/relationships/slideLayout" Target="../slideLayouts/slideLayout6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16.xml"/><Relationship Id="rId18" Type="http://schemas.openxmlformats.org/officeDocument/2006/relationships/slideLayout" Target="../slideLayouts/slideLayout121.xml"/><Relationship Id="rId26" Type="http://schemas.openxmlformats.org/officeDocument/2006/relationships/slideLayout" Target="../slideLayouts/slideLayout129.xml"/><Relationship Id="rId3" Type="http://schemas.openxmlformats.org/officeDocument/2006/relationships/slideLayout" Target="../slideLayouts/slideLayout106.xml"/><Relationship Id="rId21" Type="http://schemas.openxmlformats.org/officeDocument/2006/relationships/slideLayout" Target="../slideLayouts/slideLayout124.xml"/><Relationship Id="rId34" Type="http://schemas.openxmlformats.org/officeDocument/2006/relationships/image" Target="../media/image1.png"/><Relationship Id="rId7" Type="http://schemas.openxmlformats.org/officeDocument/2006/relationships/slideLayout" Target="../slideLayouts/slideLayout110.xml"/><Relationship Id="rId12" Type="http://schemas.openxmlformats.org/officeDocument/2006/relationships/slideLayout" Target="../slideLayouts/slideLayout115.xml"/><Relationship Id="rId17" Type="http://schemas.openxmlformats.org/officeDocument/2006/relationships/slideLayout" Target="../slideLayouts/slideLayout120.xml"/><Relationship Id="rId25" Type="http://schemas.openxmlformats.org/officeDocument/2006/relationships/slideLayout" Target="../slideLayouts/slideLayout128.xml"/><Relationship Id="rId33" Type="http://schemas.openxmlformats.org/officeDocument/2006/relationships/theme" Target="../theme/theme4.xml"/><Relationship Id="rId2" Type="http://schemas.openxmlformats.org/officeDocument/2006/relationships/slideLayout" Target="../slideLayouts/slideLayout105.xml"/><Relationship Id="rId16" Type="http://schemas.openxmlformats.org/officeDocument/2006/relationships/slideLayout" Target="../slideLayouts/slideLayout119.xml"/><Relationship Id="rId20" Type="http://schemas.openxmlformats.org/officeDocument/2006/relationships/slideLayout" Target="../slideLayouts/slideLayout123.xml"/><Relationship Id="rId29" Type="http://schemas.openxmlformats.org/officeDocument/2006/relationships/slideLayout" Target="../slideLayouts/slideLayout132.xml"/><Relationship Id="rId1" Type="http://schemas.openxmlformats.org/officeDocument/2006/relationships/slideLayout" Target="../slideLayouts/slideLayout104.xml"/><Relationship Id="rId6" Type="http://schemas.openxmlformats.org/officeDocument/2006/relationships/slideLayout" Target="../slideLayouts/slideLayout109.xml"/><Relationship Id="rId11" Type="http://schemas.openxmlformats.org/officeDocument/2006/relationships/slideLayout" Target="../slideLayouts/slideLayout114.xml"/><Relationship Id="rId24" Type="http://schemas.openxmlformats.org/officeDocument/2006/relationships/slideLayout" Target="../slideLayouts/slideLayout127.xml"/><Relationship Id="rId32" Type="http://schemas.openxmlformats.org/officeDocument/2006/relationships/slideLayout" Target="../slideLayouts/slideLayout135.xml"/><Relationship Id="rId5" Type="http://schemas.openxmlformats.org/officeDocument/2006/relationships/slideLayout" Target="../slideLayouts/slideLayout108.xml"/><Relationship Id="rId15" Type="http://schemas.openxmlformats.org/officeDocument/2006/relationships/slideLayout" Target="../slideLayouts/slideLayout118.xml"/><Relationship Id="rId23" Type="http://schemas.openxmlformats.org/officeDocument/2006/relationships/slideLayout" Target="../slideLayouts/slideLayout126.xml"/><Relationship Id="rId28" Type="http://schemas.openxmlformats.org/officeDocument/2006/relationships/slideLayout" Target="../slideLayouts/slideLayout131.xml"/><Relationship Id="rId10" Type="http://schemas.openxmlformats.org/officeDocument/2006/relationships/slideLayout" Target="../slideLayouts/slideLayout113.xml"/><Relationship Id="rId19" Type="http://schemas.openxmlformats.org/officeDocument/2006/relationships/slideLayout" Target="../slideLayouts/slideLayout122.xml"/><Relationship Id="rId31" Type="http://schemas.openxmlformats.org/officeDocument/2006/relationships/slideLayout" Target="../slideLayouts/slideLayout134.xml"/><Relationship Id="rId4" Type="http://schemas.openxmlformats.org/officeDocument/2006/relationships/slideLayout" Target="../slideLayouts/slideLayout107.xml"/><Relationship Id="rId9" Type="http://schemas.openxmlformats.org/officeDocument/2006/relationships/slideLayout" Target="../slideLayouts/slideLayout112.xml"/><Relationship Id="rId14" Type="http://schemas.openxmlformats.org/officeDocument/2006/relationships/slideLayout" Target="../slideLayouts/slideLayout117.xml"/><Relationship Id="rId22" Type="http://schemas.openxmlformats.org/officeDocument/2006/relationships/slideLayout" Target="../slideLayouts/slideLayout125.xml"/><Relationship Id="rId27" Type="http://schemas.openxmlformats.org/officeDocument/2006/relationships/slideLayout" Target="../slideLayouts/slideLayout130.xml"/><Relationship Id="rId30" Type="http://schemas.openxmlformats.org/officeDocument/2006/relationships/slideLayout" Target="../slideLayouts/slideLayout133.xml"/><Relationship Id="rId8" Type="http://schemas.openxmlformats.org/officeDocument/2006/relationships/slideLayout" Target="../slideLayouts/slideLayout11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43.xml"/><Relationship Id="rId13" Type="http://schemas.openxmlformats.org/officeDocument/2006/relationships/image" Target="../media/image1.png"/><Relationship Id="rId3" Type="http://schemas.openxmlformats.org/officeDocument/2006/relationships/slideLayout" Target="../slideLayouts/slideLayout138.xml"/><Relationship Id="rId7" Type="http://schemas.openxmlformats.org/officeDocument/2006/relationships/slideLayout" Target="../slideLayouts/slideLayout142.xml"/><Relationship Id="rId12" Type="http://schemas.openxmlformats.org/officeDocument/2006/relationships/image" Target="../media/image10.svg"/><Relationship Id="rId2" Type="http://schemas.openxmlformats.org/officeDocument/2006/relationships/slideLayout" Target="../slideLayouts/slideLayout137.xml"/><Relationship Id="rId1" Type="http://schemas.openxmlformats.org/officeDocument/2006/relationships/slideLayout" Target="../slideLayouts/slideLayout136.xml"/><Relationship Id="rId6" Type="http://schemas.openxmlformats.org/officeDocument/2006/relationships/slideLayout" Target="../slideLayouts/slideLayout141.xml"/><Relationship Id="rId11" Type="http://schemas.openxmlformats.org/officeDocument/2006/relationships/image" Target="../media/image9.png"/><Relationship Id="rId5" Type="http://schemas.openxmlformats.org/officeDocument/2006/relationships/slideLayout" Target="../slideLayouts/slideLayout140.xml"/><Relationship Id="rId10" Type="http://schemas.openxmlformats.org/officeDocument/2006/relationships/theme" Target="../theme/theme5.xml"/><Relationship Id="rId4" Type="http://schemas.openxmlformats.org/officeDocument/2006/relationships/slideLayout" Target="../slideLayouts/slideLayout139.xml"/><Relationship Id="rId9" Type="http://schemas.openxmlformats.org/officeDocument/2006/relationships/slideLayout" Target="../slideLayouts/slideLayout1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4454" r:id="rId1"/>
    <p:sldLayoutId id="2147484442" r:id="rId2"/>
    <p:sldLayoutId id="2147483806" r:id="rId3"/>
    <p:sldLayoutId id="2147484338" r:id="rId4"/>
    <p:sldLayoutId id="2147483779" r:id="rId5"/>
    <p:sldLayoutId id="2147483789" r:id="rId6"/>
    <p:sldLayoutId id="2147483788" r:id="rId7"/>
    <p:sldLayoutId id="2147483778" r:id="rId8"/>
    <p:sldLayoutId id="2147484218" r:id="rId9"/>
    <p:sldLayoutId id="2147484219" r:id="rId10"/>
    <p:sldLayoutId id="2147483696" r:id="rId11"/>
    <p:sldLayoutId id="2147483790" r:id="rId12"/>
    <p:sldLayoutId id="2147484314" r:id="rId13"/>
    <p:sldLayoutId id="2147483791" r:id="rId14"/>
    <p:sldLayoutId id="2147483802" r:id="rId15"/>
    <p:sldLayoutId id="2147484315" r:id="rId16"/>
    <p:sldLayoutId id="2147484316" r:id="rId17"/>
    <p:sldLayoutId id="2147484322" r:id="rId18"/>
    <p:sldLayoutId id="2147484323" r:id="rId19"/>
    <p:sldLayoutId id="2147484324" r:id="rId20"/>
    <p:sldLayoutId id="2147484317" r:id="rId21"/>
    <p:sldLayoutId id="2147484325" r:id="rId22"/>
    <p:sldLayoutId id="2147484328" r:id="rId23"/>
    <p:sldLayoutId id="2147484318" r:id="rId24"/>
    <p:sldLayoutId id="2147484327" r:id="rId25"/>
    <p:sldLayoutId id="2147484334" r:id="rId26"/>
    <p:sldLayoutId id="2147484335" r:id="rId27"/>
    <p:sldLayoutId id="2147484326" r:id="rId28"/>
    <p:sldLayoutId id="2147484319" r:id="rId29"/>
    <p:sldLayoutId id="2147484336" r:id="rId30"/>
    <p:sldLayoutId id="2147484337" r:id="rId31"/>
    <p:sldLayoutId id="2147484443"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1" userDrawn="1">
          <p15:clr>
            <a:srgbClr val="F26B43"/>
          </p15:clr>
        </p15:guide>
        <p15:guide id="6" pos="1345" userDrawn="1">
          <p15:clr>
            <a:srgbClr val="F26B43"/>
          </p15:clr>
        </p15:guide>
        <p15:guide id="7" pos="1460" userDrawn="1">
          <p15:clr>
            <a:srgbClr val="F26B43"/>
          </p15:clr>
        </p15:guide>
        <p15:guide id="8" pos="1955"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3" userDrawn="1">
          <p15:clr>
            <a:srgbClr val="F26B43"/>
          </p15:clr>
        </p15:guide>
        <p15:guide id="15" pos="3897" userDrawn="1">
          <p15:clr>
            <a:srgbClr val="F26B43"/>
          </p15:clr>
        </p15:guide>
        <p15:guide id="16" pos="4392" userDrawn="1">
          <p15:clr>
            <a:srgbClr val="F26B43"/>
          </p15:clr>
        </p15:guide>
        <p15:guide id="17" pos="4507" userDrawn="1">
          <p15:clr>
            <a:srgbClr val="F26B43"/>
          </p15:clr>
        </p15:guide>
        <p15:guide id="18" pos="5001" userDrawn="1">
          <p15:clr>
            <a:srgbClr val="F26B43"/>
          </p15:clr>
        </p15:guide>
        <p15:guide id="19" pos="5115" userDrawn="1">
          <p15:clr>
            <a:srgbClr val="F26B43"/>
          </p15:clr>
        </p15:guide>
        <p15:guide id="20" pos="5611" userDrawn="1">
          <p15:clr>
            <a:srgbClr val="F26B43"/>
          </p15:clr>
        </p15:guide>
        <p15:guide id="21" pos="5725" userDrawn="1">
          <p15:clr>
            <a:srgbClr val="F26B43"/>
          </p15:clr>
        </p15:guide>
        <p15:guide id="22" pos="6220" userDrawn="1">
          <p15:clr>
            <a:srgbClr val="F26B43"/>
          </p15:clr>
        </p15:guide>
        <p15:guide id="23" pos="6335" userDrawn="1">
          <p15:clr>
            <a:srgbClr val="F26B43"/>
          </p15:clr>
        </p15:guide>
        <p15:guide id="24" pos="6829" userDrawn="1">
          <p15:clr>
            <a:srgbClr val="F26B43"/>
          </p15:clr>
        </p15:guide>
        <p15:guide id="25" pos="6943" userDrawn="1">
          <p15:clr>
            <a:srgbClr val="F26B43"/>
          </p15:clr>
        </p15:guide>
        <p15:guide id="26" pos="7439" userDrawn="1">
          <p15:clr>
            <a:srgbClr val="F26B43"/>
          </p15:clr>
        </p15:guide>
        <p15:guide id="27" pos="3840" userDrawn="1">
          <p15:clr>
            <a:srgbClr val="9FCC3B"/>
          </p15:clr>
        </p15:guide>
        <p15:guide id="28" orient="horz" pos="2160"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3315793142"/>
      </p:ext>
    </p:extLst>
  </p:cSld>
  <p:clrMap bg1="lt1" tx1="dk1" bg2="lt2" tx2="dk2" accent1="accent1" accent2="accent2" accent3="accent3" accent4="accent4" accent5="accent5" accent6="accent6" hlink="hlink" folHlink="folHlink"/>
  <p:sldLayoutIdLst>
    <p:sldLayoutId id="2147484446" r:id="rId1"/>
    <p:sldLayoutId id="2147484444" r:id="rId2"/>
    <p:sldLayoutId id="2147484342" r:id="rId3"/>
    <p:sldLayoutId id="2147484344" r:id="rId4"/>
    <p:sldLayoutId id="2147484345" r:id="rId5"/>
    <p:sldLayoutId id="2147484346" r:id="rId6"/>
    <p:sldLayoutId id="2147484347" r:id="rId7"/>
    <p:sldLayoutId id="2147484348" r:id="rId8"/>
    <p:sldLayoutId id="2147484349" r:id="rId9"/>
    <p:sldLayoutId id="2147484350" r:id="rId10"/>
    <p:sldLayoutId id="2147484351" r:id="rId11"/>
    <p:sldLayoutId id="2147484352" r:id="rId12"/>
    <p:sldLayoutId id="2147484353" r:id="rId13"/>
    <p:sldLayoutId id="2147484354" r:id="rId14"/>
    <p:sldLayoutId id="2147484355" r:id="rId15"/>
    <p:sldLayoutId id="2147484356" r:id="rId16"/>
    <p:sldLayoutId id="2147484357" r:id="rId17"/>
    <p:sldLayoutId id="2147484358" r:id="rId18"/>
    <p:sldLayoutId id="2147484359" r:id="rId19"/>
    <p:sldLayoutId id="2147484360" r:id="rId20"/>
    <p:sldLayoutId id="2147484361" r:id="rId21"/>
    <p:sldLayoutId id="2147484362" r:id="rId22"/>
    <p:sldLayoutId id="2147484363" r:id="rId23"/>
    <p:sldLayoutId id="2147484364" r:id="rId24"/>
    <p:sldLayoutId id="2147484365" r:id="rId25"/>
    <p:sldLayoutId id="2147484366" r:id="rId26"/>
    <p:sldLayoutId id="2147484367" r:id="rId27"/>
    <p:sldLayoutId id="2147484368" r:id="rId28"/>
    <p:sldLayoutId id="2147484369" r:id="rId29"/>
    <p:sldLayoutId id="2147484370" r:id="rId30"/>
    <p:sldLayoutId id="2147484371" r:id="rId31"/>
    <p:sldLayoutId id="2147484378" r:id="rId32"/>
    <p:sldLayoutId id="2147484449" r:id="rId33"/>
    <p:sldLayoutId id="2147484445" r:id="rId34"/>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6"/>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6"/>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6"/>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105970405"/>
      </p:ext>
    </p:extLst>
  </p:cSld>
  <p:clrMap bg1="lt1" tx1="dk1" bg2="lt2" tx2="dk2" accent1="accent1" accent2="accent2" accent3="accent3" accent4="accent4" accent5="accent5" accent6="accent6" hlink="hlink" folHlink="folHlink"/>
  <p:sldLayoutIdLst>
    <p:sldLayoutId id="2147484448" r:id="rId1"/>
    <p:sldLayoutId id="2147484447" r:id="rId2"/>
    <p:sldLayoutId id="2147484407" r:id="rId3"/>
    <p:sldLayoutId id="2147484408" r:id="rId4"/>
    <p:sldLayoutId id="2147483975" r:id="rId5"/>
    <p:sldLayoutId id="2147484379" r:id="rId6"/>
    <p:sldLayoutId id="2147484380" r:id="rId7"/>
    <p:sldLayoutId id="2147484381" r:id="rId8"/>
    <p:sldLayoutId id="2147484382" r:id="rId9"/>
    <p:sldLayoutId id="2147484383" r:id="rId10"/>
    <p:sldLayoutId id="2147484384" r:id="rId11"/>
    <p:sldLayoutId id="2147484385" r:id="rId12"/>
    <p:sldLayoutId id="2147484386" r:id="rId13"/>
    <p:sldLayoutId id="2147484387" r:id="rId14"/>
    <p:sldLayoutId id="2147484388" r:id="rId15"/>
    <p:sldLayoutId id="2147484389" r:id="rId16"/>
    <p:sldLayoutId id="2147484390" r:id="rId17"/>
    <p:sldLayoutId id="2147484391" r:id="rId18"/>
    <p:sldLayoutId id="2147484392" r:id="rId19"/>
    <p:sldLayoutId id="2147484393" r:id="rId20"/>
    <p:sldLayoutId id="2147484394" r:id="rId21"/>
    <p:sldLayoutId id="2147484395" r:id="rId22"/>
    <p:sldLayoutId id="2147484396" r:id="rId23"/>
    <p:sldLayoutId id="2147484397" r:id="rId24"/>
    <p:sldLayoutId id="2147484398" r:id="rId25"/>
    <p:sldLayoutId id="2147484399" r:id="rId26"/>
    <p:sldLayoutId id="2147484400" r:id="rId27"/>
    <p:sldLayoutId id="2147484401" r:id="rId28"/>
    <p:sldLayoutId id="2147484402" r:id="rId29"/>
    <p:sldLayoutId id="2147484403" r:id="rId30"/>
    <p:sldLayoutId id="2147484404" r:id="rId31"/>
    <p:sldLayoutId id="2147484405" r:id="rId32"/>
    <p:sldLayoutId id="2147484406" r:id="rId33"/>
    <p:sldLayoutId id="2147484013" r:id="rId34"/>
    <p:sldLayoutId id="2147484409" r:id="rId35"/>
    <p:sldLayoutId id="2147484450" r:id="rId36"/>
    <p:sldLayoutId id="2147484451" r:id="rId37"/>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9"/>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9"/>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9"/>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70908" y="369218"/>
            <a:ext cx="11436917"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spTree>
    <p:extLst>
      <p:ext uri="{BB962C8B-B14F-4D97-AF65-F5344CB8AC3E}">
        <p14:creationId xmlns:p14="http://schemas.microsoft.com/office/powerpoint/2010/main" val="1206996952"/>
      </p:ext>
    </p:extLst>
  </p:cSld>
  <p:clrMap bg1="lt1" tx1="dk1" bg2="lt2" tx2="dk2" accent1="accent1" accent2="accent2" accent3="accent3" accent4="accent4" accent5="accent5" accent6="accent6" hlink="hlink" folHlink="folHlink"/>
  <p:sldLayoutIdLst>
    <p:sldLayoutId id="2147484452" r:id="rId1"/>
    <p:sldLayoutId id="2147484411" r:id="rId2"/>
    <p:sldLayoutId id="2147484063" r:id="rId3"/>
    <p:sldLayoutId id="2147484412" r:id="rId4"/>
    <p:sldLayoutId id="2147484413" r:id="rId5"/>
    <p:sldLayoutId id="2147484414" r:id="rId6"/>
    <p:sldLayoutId id="2147484415" r:id="rId7"/>
    <p:sldLayoutId id="2147484416" r:id="rId8"/>
    <p:sldLayoutId id="2147484417" r:id="rId9"/>
    <p:sldLayoutId id="2147484418" r:id="rId10"/>
    <p:sldLayoutId id="2147484419" r:id="rId11"/>
    <p:sldLayoutId id="2147484420" r:id="rId12"/>
    <p:sldLayoutId id="2147484421" r:id="rId13"/>
    <p:sldLayoutId id="2147484422" r:id="rId14"/>
    <p:sldLayoutId id="2147484423" r:id="rId15"/>
    <p:sldLayoutId id="2147484424" r:id="rId16"/>
    <p:sldLayoutId id="2147484425" r:id="rId17"/>
    <p:sldLayoutId id="2147484426" r:id="rId18"/>
    <p:sldLayoutId id="2147484427" r:id="rId19"/>
    <p:sldLayoutId id="2147484428" r:id="rId20"/>
    <p:sldLayoutId id="2147484429" r:id="rId21"/>
    <p:sldLayoutId id="2147484430" r:id="rId22"/>
    <p:sldLayoutId id="2147484431" r:id="rId23"/>
    <p:sldLayoutId id="2147484432" r:id="rId24"/>
    <p:sldLayoutId id="2147484433" r:id="rId25"/>
    <p:sldLayoutId id="2147484434" r:id="rId26"/>
    <p:sldLayoutId id="2147484435" r:id="rId27"/>
    <p:sldLayoutId id="2147484436" r:id="rId28"/>
    <p:sldLayoutId id="2147484437" r:id="rId29"/>
    <p:sldLayoutId id="2147484438" r:id="rId30"/>
    <p:sldLayoutId id="2147484087" r:id="rId31"/>
    <p:sldLayoutId id="2147484453" r:id="rId32"/>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34"/>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34"/>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34"/>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1212112" y="369218"/>
            <a:ext cx="10595713" cy="687615"/>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p:ph type="body" idx="1"/>
          </p:nvPr>
        </p:nvSpPr>
        <p:spPr>
          <a:xfrm>
            <a:off x="372210" y="1175414"/>
            <a:ext cx="11435615" cy="5303175"/>
          </a:xfrm>
          <a:prstGeom prst="rect">
            <a:avLst/>
          </a:prstGeom>
        </p:spPr>
        <p:txBody>
          <a:bodyPr vert="horz" lIns="0" tIns="0" rIns="0" bIns="0" rtlCol="0" anchor="t" anchorCtr="0">
            <a:noAutofit/>
          </a:bodyPr>
          <a:lstStyle/>
          <a:p>
            <a:pPr lvl="0"/>
            <a:r>
              <a:rPr lang="en-US"/>
              <a:t>Edit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5" y="6584739"/>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a:p>
        </p:txBody>
      </p:sp>
      <p:pic>
        <p:nvPicPr>
          <p:cNvPr id="6" name="Graphic 31">
            <a:extLst>
              <a:ext uri="{FF2B5EF4-FFF2-40B4-BE49-F238E27FC236}">
                <a16:creationId xmlns:a16="http://schemas.microsoft.com/office/drawing/2014/main" id="{AF93FCE7-DBB4-9F4D-BD6A-3D02A5FEEA2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269739" y="377825"/>
            <a:ext cx="738525" cy="522000"/>
          </a:xfrm>
          <a:prstGeom prst="rect">
            <a:avLst/>
          </a:prstGeom>
        </p:spPr>
      </p:pic>
    </p:spTree>
    <p:extLst>
      <p:ext uri="{BB962C8B-B14F-4D97-AF65-F5344CB8AC3E}">
        <p14:creationId xmlns:p14="http://schemas.microsoft.com/office/powerpoint/2010/main" val="3857744936"/>
      </p:ext>
    </p:extLst>
  </p:cSld>
  <p:clrMap bg1="lt1" tx1="dk1" bg2="lt2" tx2="dk2" accent1="accent1" accent2="accent2" accent3="accent3" accent4="accent4" accent5="accent5" accent6="accent6" hlink="hlink" folHlink="folHlink"/>
  <p:sldLayoutIdLst>
    <p:sldLayoutId id="2147484204" r:id="rId1"/>
    <p:sldLayoutId id="2147484205" r:id="rId2"/>
    <p:sldLayoutId id="2147484206" r:id="rId3"/>
    <p:sldLayoutId id="2147484207" r:id="rId4"/>
    <p:sldLayoutId id="2147484208" r:id="rId5"/>
    <p:sldLayoutId id="2147484209" r:id="rId6"/>
    <p:sldLayoutId id="2147484210" r:id="rId7"/>
    <p:sldLayoutId id="2147484216" r:id="rId8"/>
    <p:sldLayoutId id="2147484217" r:id="rId9"/>
  </p:sldLayoutIdLst>
  <p:hf hdr="0" dt="0"/>
  <p:txStyles>
    <p:titleStyle>
      <a:lvl1pPr algn="l" defTabSz="914377" rtl="0" eaLnBrk="1" latinLnBrk="0" hangingPunct="1">
        <a:lnSpc>
          <a:spcPct val="100000"/>
        </a:lnSpc>
        <a:spcBef>
          <a:spcPct val="0"/>
        </a:spcBef>
        <a:buNone/>
        <a:defRPr sz="4000" b="0" i="0" kern="1200" cap="none" baseline="0">
          <a:solidFill>
            <a:schemeClr val="tx1"/>
          </a:solidFill>
          <a:latin typeface="Montserrat Black" panose="00000A00000000000000" pitchFamily="2" charset="0"/>
          <a:ea typeface="+mj-ea"/>
          <a:cs typeface="+mj-cs"/>
        </a:defRPr>
      </a:lvl1pPr>
    </p:titleStyle>
    <p:bodyStyle>
      <a:lvl1pPr marL="0" indent="0" algn="l" defTabSz="914377" rtl="0" eaLnBrk="1" latinLnBrk="0" hangingPunct="1">
        <a:lnSpc>
          <a:spcPct val="100000"/>
        </a:lnSpc>
        <a:spcBef>
          <a:spcPts val="0"/>
        </a:spcBef>
        <a:spcAft>
          <a:spcPts val="651"/>
        </a:spcAft>
        <a:buSzPct val="115000"/>
        <a:buFontTx/>
        <a:buNone/>
        <a:defRPr sz="1800" b="0" i="0" kern="1200">
          <a:solidFill>
            <a:schemeClr val="tx1"/>
          </a:solidFill>
          <a:latin typeface="Montserrat" pitchFamily="2" charset="77"/>
          <a:ea typeface="+mn-ea"/>
          <a:cs typeface="+mn-cs"/>
        </a:defRPr>
      </a:lvl1pPr>
      <a:lvl2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2pPr>
      <a:lvl3pPr marL="355591" indent="-266693" algn="l" defTabSz="914377" rtl="0" eaLnBrk="1" latinLnBrk="0" hangingPunct="1">
        <a:lnSpc>
          <a:spcPct val="100000"/>
        </a:lnSpc>
        <a:spcBef>
          <a:spcPts val="0"/>
        </a:spcBef>
        <a:spcAft>
          <a:spcPts val="651"/>
        </a:spcAft>
        <a:buSzPct val="120000"/>
        <a:buFontTx/>
        <a:buBlip>
          <a:blip r:embed="rId13"/>
        </a:buBlip>
        <a:tabLst/>
        <a:defRPr sz="1800" b="0" i="0" kern="1200">
          <a:solidFill>
            <a:schemeClr val="tx1"/>
          </a:solidFill>
          <a:latin typeface="Montserrat" pitchFamily="2" charset="77"/>
          <a:ea typeface="+mn-ea"/>
          <a:cs typeface="+mn-cs"/>
        </a:defRPr>
      </a:lvl3pPr>
      <a:lvl4pPr marL="355591" indent="-266693" algn="l" defTabSz="914377" rtl="0" eaLnBrk="1" latinLnBrk="0" hangingPunct="1">
        <a:lnSpc>
          <a:spcPct val="100000"/>
        </a:lnSpc>
        <a:spcBef>
          <a:spcPts val="0"/>
        </a:spcBef>
        <a:spcAft>
          <a:spcPts val="651"/>
        </a:spcAft>
        <a:buSzPct val="120000"/>
        <a:buFontTx/>
        <a:buBlip>
          <a:blip r:embed="rId13"/>
        </a:buBlip>
        <a:tabLst/>
        <a:defRPr sz="1800" b="0" kern="1200">
          <a:solidFill>
            <a:schemeClr val="tx1"/>
          </a:solidFill>
          <a:latin typeface="Montserrat" pitchFamily="2" charset="77"/>
          <a:ea typeface="+mn-ea"/>
          <a:cs typeface="+mn-cs"/>
        </a:defRPr>
      </a:lvl4pPr>
      <a:lvl5pPr marL="355591" indent="-266693" algn="l" defTabSz="914377" rtl="0" eaLnBrk="1" latinLnBrk="0" hangingPunct="1">
        <a:lnSpc>
          <a:spcPct val="100000"/>
        </a:lnSpc>
        <a:spcBef>
          <a:spcPts val="0"/>
        </a:spcBef>
        <a:spcAft>
          <a:spcPts val="651"/>
        </a:spcAft>
        <a:buSzPct val="125000"/>
        <a:buFontTx/>
        <a:buBlip>
          <a:blip r:embed="rId13"/>
        </a:buBlip>
        <a:tabLst/>
        <a:defRPr sz="1800" b="0" kern="1200">
          <a:solidFill>
            <a:schemeClr val="tx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9">
          <p15:clr>
            <a:srgbClr val="F26B43"/>
          </p15:clr>
        </p15:guide>
        <p15:guide id="2" orient="horz" pos="4081">
          <p15:clr>
            <a:srgbClr val="F26B43"/>
          </p15:clr>
        </p15:guide>
        <p15:guide id="3" pos="237">
          <p15:clr>
            <a:srgbClr val="F26B43"/>
          </p15:clr>
        </p15:guide>
        <p15:guide id="4" pos="732">
          <p15:clr>
            <a:srgbClr val="F26B43"/>
          </p15:clr>
        </p15:guide>
        <p15:guide id="5" pos="851">
          <p15:clr>
            <a:srgbClr val="F26B43"/>
          </p15:clr>
        </p15:guide>
        <p15:guide id="6" pos="1345">
          <p15:clr>
            <a:srgbClr val="F26B43"/>
          </p15:clr>
        </p15:guide>
        <p15:guide id="7" pos="1460">
          <p15:clr>
            <a:srgbClr val="F26B43"/>
          </p15:clr>
        </p15:guide>
        <p15:guide id="8" pos="1955">
          <p15:clr>
            <a:srgbClr val="F26B43"/>
          </p15:clr>
        </p15:guide>
        <p15:guide id="9" pos="2069">
          <p15:clr>
            <a:srgbClr val="F26B43"/>
          </p15:clr>
        </p15:guide>
        <p15:guide id="10" pos="2564">
          <p15:clr>
            <a:srgbClr val="F26B43"/>
          </p15:clr>
        </p15:guide>
        <p15:guide id="11" pos="2683">
          <p15:clr>
            <a:srgbClr val="F26B43"/>
          </p15:clr>
        </p15:guide>
        <p15:guide id="12" pos="3173">
          <p15:clr>
            <a:srgbClr val="F26B43"/>
          </p15:clr>
        </p15:guide>
        <p15:guide id="13" pos="3288">
          <p15:clr>
            <a:srgbClr val="F26B43"/>
          </p15:clr>
        </p15:guide>
        <p15:guide id="14" pos="3783">
          <p15:clr>
            <a:srgbClr val="F26B43"/>
          </p15:clr>
        </p15:guide>
        <p15:guide id="15" pos="3897">
          <p15:clr>
            <a:srgbClr val="F26B43"/>
          </p15:clr>
        </p15:guide>
        <p15:guide id="16" pos="4392">
          <p15:clr>
            <a:srgbClr val="F26B43"/>
          </p15:clr>
        </p15:guide>
        <p15:guide id="17" pos="4507">
          <p15:clr>
            <a:srgbClr val="F26B43"/>
          </p15:clr>
        </p15:guide>
        <p15:guide id="18" pos="5001">
          <p15:clr>
            <a:srgbClr val="F26B43"/>
          </p15:clr>
        </p15:guide>
        <p15:guide id="19" pos="5115">
          <p15:clr>
            <a:srgbClr val="F26B43"/>
          </p15:clr>
        </p15:guide>
        <p15:guide id="20" pos="5611">
          <p15:clr>
            <a:srgbClr val="F26B43"/>
          </p15:clr>
        </p15:guide>
        <p15:guide id="21" pos="5725">
          <p15:clr>
            <a:srgbClr val="F26B43"/>
          </p15:clr>
        </p15:guide>
        <p15:guide id="22" pos="6220">
          <p15:clr>
            <a:srgbClr val="F26B43"/>
          </p15:clr>
        </p15:guide>
        <p15:guide id="23" pos="6335">
          <p15:clr>
            <a:srgbClr val="F26B43"/>
          </p15:clr>
        </p15:guide>
        <p15:guide id="24" pos="6829">
          <p15:clr>
            <a:srgbClr val="F26B43"/>
          </p15:clr>
        </p15:guide>
        <p15:guide id="25" pos="6943">
          <p15:clr>
            <a:srgbClr val="F26B43"/>
          </p15:clr>
        </p15:guide>
        <p15:guide id="26" pos="7439">
          <p15:clr>
            <a:srgbClr val="F26B43"/>
          </p15:clr>
        </p15:guide>
        <p15:guide id="27" pos="3840">
          <p15:clr>
            <a:srgbClr val="9FCC3B"/>
          </p15:clr>
        </p15:guide>
        <p15:guide id="28" orient="horz" pos="2160">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58BAB-31D7-48C5-AF25-05D529D92CFD}"/>
              </a:ext>
            </a:extLst>
          </p:cNvPr>
          <p:cNvSpPr>
            <a:spLocks noGrp="1"/>
          </p:cNvSpPr>
          <p:nvPr>
            <p:ph type="ctrTitle"/>
          </p:nvPr>
        </p:nvSpPr>
        <p:spPr/>
        <p:txBody>
          <a:bodyPr/>
          <a:lstStyle/>
          <a:p>
            <a:r>
              <a:rPr lang="en-GB" dirty="0"/>
              <a:t>Jenkins Pipeline</a:t>
            </a:r>
          </a:p>
        </p:txBody>
      </p:sp>
    </p:spTree>
    <p:extLst>
      <p:ext uri="{BB962C8B-B14F-4D97-AF65-F5344CB8AC3E}">
        <p14:creationId xmlns:p14="http://schemas.microsoft.com/office/powerpoint/2010/main" val="915483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EF5DB51-6AFA-A302-BA76-ABB374CE757A}"/>
              </a:ext>
            </a:extLst>
          </p:cNvPr>
          <p:cNvSpPr>
            <a:spLocks noGrp="1"/>
          </p:cNvSpPr>
          <p:nvPr>
            <p:ph type="body" sz="quarter" idx="12"/>
          </p:nvPr>
        </p:nvSpPr>
        <p:spPr/>
        <p:txBody>
          <a:bodyPr/>
          <a:lstStyle/>
          <a:p>
            <a:r>
              <a:rPr lang="en-GB" b="1" dirty="0"/>
              <a:t>Why Jenkins Pipelines Matter</a:t>
            </a:r>
            <a:endParaRPr lang="en-GB" dirty="0"/>
          </a:p>
          <a:p>
            <a:endParaRPr lang="en-GB" dirty="0"/>
          </a:p>
        </p:txBody>
      </p:sp>
      <p:sp>
        <p:nvSpPr>
          <p:cNvPr id="3" name="Text Placeholder 2">
            <a:extLst>
              <a:ext uri="{FF2B5EF4-FFF2-40B4-BE49-F238E27FC236}">
                <a16:creationId xmlns:a16="http://schemas.microsoft.com/office/drawing/2014/main" id="{D56B5BDB-E0FC-2944-4E9C-4E3765BDE954}"/>
              </a:ext>
            </a:extLst>
          </p:cNvPr>
          <p:cNvSpPr>
            <a:spLocks noGrp="1"/>
          </p:cNvSpPr>
          <p:nvPr>
            <p:ph type="body" sz="quarter" idx="11"/>
          </p:nvPr>
        </p:nvSpPr>
        <p:spPr/>
        <p:txBody>
          <a:bodyPr/>
          <a:lstStyle/>
          <a:p>
            <a:pPr marL="342900" lvl="0" indent="-342900">
              <a:lnSpc>
                <a:spcPct val="150000"/>
              </a:lnSpc>
              <a:buSzPts val="1000"/>
              <a:buFont typeface="Arial" panose="020B0604020202020204" pitchFamily="34" charset="0"/>
              <a:buChar char="•"/>
              <a:tabLst>
                <a:tab pos="457200" algn="l"/>
              </a:tabLst>
            </a:pPr>
            <a:r>
              <a:rPr lang="en-GB" sz="2400" b="1" dirty="0">
                <a:effectLst/>
                <a:latin typeface="Calibri" panose="020F0502020204030204" pitchFamily="34" charset="0"/>
                <a:ea typeface="Droid Sans Fallback"/>
              </a:rPr>
              <a:t>Traditional Jenkins jobs do not scale well</a:t>
            </a:r>
          </a:p>
          <a:p>
            <a:pPr marL="342900" lvl="0" indent="-342900">
              <a:lnSpc>
                <a:spcPct val="150000"/>
              </a:lnSpc>
              <a:buSzPts val="1000"/>
              <a:buFont typeface="Arial" panose="020B0604020202020204" pitchFamily="34" charset="0"/>
              <a:buChar char="•"/>
              <a:tabLst>
                <a:tab pos="457200" algn="l"/>
              </a:tabLst>
            </a:pPr>
            <a:r>
              <a:rPr lang="en-GB" sz="2400" b="1" dirty="0">
                <a:effectLst/>
                <a:latin typeface="Calibri" panose="020F0502020204030204" pitchFamily="34" charset="0"/>
                <a:ea typeface="Droid Sans Fallback"/>
              </a:rPr>
              <a:t>UI-configured jobs are hard to track and maintain</a:t>
            </a:r>
          </a:p>
          <a:p>
            <a:pPr marL="342900" lvl="0" indent="-342900">
              <a:lnSpc>
                <a:spcPct val="150000"/>
              </a:lnSpc>
              <a:buSzPts val="1000"/>
              <a:buFont typeface="Arial" panose="020B0604020202020204" pitchFamily="34" charset="0"/>
              <a:buChar char="•"/>
              <a:tabLst>
                <a:tab pos="457200" algn="l"/>
              </a:tabLst>
            </a:pPr>
            <a:r>
              <a:rPr lang="en-GB" sz="2400" b="1" dirty="0">
                <a:effectLst/>
                <a:latin typeface="Calibri" panose="020F0502020204030204" pitchFamily="34" charset="0"/>
                <a:ea typeface="Droid Sans Fallback"/>
              </a:rPr>
              <a:t>Changes are not version-controlled</a:t>
            </a:r>
          </a:p>
          <a:p>
            <a:pPr marL="342900" lvl="0" indent="-342900">
              <a:lnSpc>
                <a:spcPct val="150000"/>
              </a:lnSpc>
              <a:buSzPts val="1000"/>
              <a:buFont typeface="Arial" panose="020B0604020202020204" pitchFamily="34" charset="0"/>
              <a:buChar char="•"/>
              <a:tabLst>
                <a:tab pos="457200" algn="l"/>
              </a:tabLst>
            </a:pPr>
            <a:r>
              <a:rPr lang="en-GB" sz="2400" b="1" dirty="0">
                <a:effectLst/>
                <a:latin typeface="Calibri" panose="020F0502020204030204" pitchFamily="34" charset="0"/>
                <a:ea typeface="Droid Sans Fallback"/>
              </a:rPr>
              <a:t>Pipelines treat delivery as code and integrate with Git</a:t>
            </a:r>
          </a:p>
          <a:p>
            <a:endParaRPr lang="en-GB" sz="2400" dirty="0"/>
          </a:p>
        </p:txBody>
      </p:sp>
      <p:sp>
        <p:nvSpPr>
          <p:cNvPr id="2" name="Slide Number Placeholder 1">
            <a:extLst>
              <a:ext uri="{FF2B5EF4-FFF2-40B4-BE49-F238E27FC236}">
                <a16:creationId xmlns:a16="http://schemas.microsoft.com/office/drawing/2014/main" id="{75E552C1-F0E7-3412-647F-C454459CEEA8}"/>
              </a:ext>
            </a:extLst>
          </p:cNvPr>
          <p:cNvSpPr>
            <a:spLocks noGrp="1"/>
          </p:cNvSpPr>
          <p:nvPr>
            <p:ph type="sldNum" sz="quarter" idx="4"/>
          </p:nvPr>
        </p:nvSpPr>
        <p:spPr/>
        <p:txBody>
          <a:bodyPr/>
          <a:lstStyle/>
          <a:p>
            <a:fld id="{EF892D59-8F09-EF4B-AD6D-DA609442F868}" type="slidenum">
              <a:rPr lang="en-GB" smtClean="0"/>
              <a:pPr/>
              <a:t>2</a:t>
            </a:fld>
            <a:endParaRPr lang="en-GB"/>
          </a:p>
        </p:txBody>
      </p:sp>
    </p:spTree>
    <p:extLst>
      <p:ext uri="{BB962C8B-B14F-4D97-AF65-F5344CB8AC3E}">
        <p14:creationId xmlns:p14="http://schemas.microsoft.com/office/powerpoint/2010/main" val="1767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3D7D82-75C2-95EC-E594-7AC2D1DA9109}"/>
              </a:ext>
            </a:extLst>
          </p:cNvPr>
          <p:cNvSpPr>
            <a:spLocks noGrp="1"/>
          </p:cNvSpPr>
          <p:nvPr>
            <p:ph type="sldNum" sz="quarter" idx="4"/>
          </p:nvPr>
        </p:nvSpPr>
        <p:spPr/>
        <p:txBody>
          <a:bodyPr/>
          <a:lstStyle/>
          <a:p>
            <a:fld id="{EF892D59-8F09-EF4B-AD6D-DA609442F868}" type="slidenum">
              <a:rPr lang="en-GB" smtClean="0"/>
              <a:pPr/>
              <a:t>3</a:t>
            </a:fld>
            <a:endParaRPr lang="en-GB"/>
          </a:p>
        </p:txBody>
      </p:sp>
      <p:sp>
        <p:nvSpPr>
          <p:cNvPr id="3" name="Text Placeholder 2">
            <a:extLst>
              <a:ext uri="{FF2B5EF4-FFF2-40B4-BE49-F238E27FC236}">
                <a16:creationId xmlns:a16="http://schemas.microsoft.com/office/drawing/2014/main" id="{68659F4B-1C8A-CEE8-14A9-81E12700EFBC}"/>
              </a:ext>
            </a:extLst>
          </p:cNvPr>
          <p:cNvSpPr>
            <a:spLocks noGrp="1"/>
          </p:cNvSpPr>
          <p:nvPr>
            <p:ph type="body" sz="quarter" idx="12"/>
          </p:nvPr>
        </p:nvSpPr>
        <p:spPr/>
        <p:txBody>
          <a:bodyPr/>
          <a:lstStyle/>
          <a:p>
            <a:r>
              <a:rPr lang="en-GB" b="1" dirty="0"/>
              <a:t>What is a Jenkinsfile</a:t>
            </a:r>
            <a:endParaRPr lang="en-GB" dirty="0"/>
          </a:p>
        </p:txBody>
      </p:sp>
      <p:sp>
        <p:nvSpPr>
          <p:cNvPr id="5" name="TextBox 4">
            <a:extLst>
              <a:ext uri="{FF2B5EF4-FFF2-40B4-BE49-F238E27FC236}">
                <a16:creationId xmlns:a16="http://schemas.microsoft.com/office/drawing/2014/main" id="{00395295-5B37-F9C2-A592-540213E81FF0}"/>
              </a:ext>
            </a:extLst>
          </p:cNvPr>
          <p:cNvSpPr txBox="1"/>
          <p:nvPr/>
        </p:nvSpPr>
        <p:spPr>
          <a:xfrm>
            <a:off x="745236" y="1512100"/>
            <a:ext cx="5798999" cy="2520370"/>
          </a:xfrm>
          <a:prstGeom prst="rect">
            <a:avLst/>
          </a:prstGeom>
        </p:spPr>
        <p:txBody>
          <a:bodyPr vert="horz" lIns="0" tIns="0" rIns="0" bIns="0" rtlCol="0" anchor="t" anchorCtr="0">
            <a:noAutofit/>
          </a:bodyPr>
          <a:lstStyle>
            <a:lvl1pPr marL="342900" lvl="0" indent="-342900">
              <a:lnSpc>
                <a:spcPct val="150000"/>
              </a:lnSpc>
              <a:spcBef>
                <a:spcPts val="0"/>
              </a:spcBef>
              <a:spcAft>
                <a:spcPts val="651"/>
              </a:spcAft>
              <a:buSzPts val="1000"/>
              <a:buFont typeface="Arial" panose="020B0604020202020204" pitchFamily="34" charset="0"/>
              <a:buChar char="•"/>
              <a:tabLst>
                <a:tab pos="457200" algn="l"/>
              </a:tabLst>
              <a:defRPr sz="2400" b="1" i="0">
                <a:effectLst/>
                <a:latin typeface="Calibri" panose="020F0502020204030204" pitchFamily="34" charset="0"/>
                <a:ea typeface="Droid Sans Fallback"/>
              </a:defRPr>
            </a:lvl1pPr>
            <a:lvl2pPr marL="171446" indent="-171446">
              <a:lnSpc>
                <a:spcPct val="100000"/>
              </a:lnSpc>
              <a:spcBef>
                <a:spcPts val="0"/>
              </a:spcBef>
              <a:spcAft>
                <a:spcPts val="651"/>
              </a:spcAft>
              <a:buSzPct val="125000"/>
              <a:buFont typeface="Arial" panose="020B0604020202020204" pitchFamily="34" charset="0"/>
              <a:buChar char="•"/>
              <a:tabLst/>
              <a:defRPr b="0">
                <a:latin typeface="Montserrat" pitchFamily="2" charset="77"/>
              </a:defRPr>
            </a:lvl2pPr>
            <a:lvl3pPr marL="88898" indent="0">
              <a:lnSpc>
                <a:spcPct val="100000"/>
              </a:lnSpc>
              <a:spcBef>
                <a:spcPts val="0"/>
              </a:spcBef>
              <a:spcAft>
                <a:spcPts val="651"/>
              </a:spcAft>
              <a:buSzPct val="120000"/>
              <a:buFont typeface="Arial" panose="020B0604020202020204" pitchFamily="34" charset="0"/>
              <a:buNone/>
              <a:tabLst/>
              <a:defRPr b="0" i="0">
                <a:latin typeface="Montserrat" pitchFamily="2" charset="77"/>
              </a:defRPr>
            </a:lvl3pPr>
            <a:lvl4pPr marL="88898" indent="0">
              <a:lnSpc>
                <a:spcPct val="100000"/>
              </a:lnSpc>
              <a:spcBef>
                <a:spcPts val="0"/>
              </a:spcBef>
              <a:spcAft>
                <a:spcPts val="651"/>
              </a:spcAft>
              <a:buSzPct val="120000"/>
              <a:buFont typeface="Arial" panose="020B0604020202020204" pitchFamily="34" charset="0"/>
              <a:buNone/>
              <a:tabLst/>
              <a:defRPr b="0">
                <a:latin typeface="Montserrat" pitchFamily="2" charset="77"/>
              </a:defRPr>
            </a:lvl4pPr>
            <a:lvl5pPr marL="355591" indent="-266693">
              <a:lnSpc>
                <a:spcPct val="100000"/>
              </a:lnSpc>
              <a:spcBef>
                <a:spcPts val="0"/>
              </a:spcBef>
              <a:spcAft>
                <a:spcPts val="651"/>
              </a:spcAft>
              <a:buSzPct val="125000"/>
              <a:buFont typeface="Arial" panose="020B0604020202020204" pitchFamily="34" charset="0"/>
              <a:buChar char="•"/>
              <a:tabLst/>
              <a:defRPr b="0">
                <a:latin typeface="Montserrat" pitchFamily="2" charset="77"/>
              </a:defRPr>
            </a:lvl5pPr>
            <a:lvl6pPr marL="2514537" indent="-228594">
              <a:lnSpc>
                <a:spcPct val="90000"/>
              </a:lnSpc>
              <a:spcBef>
                <a:spcPts val="500"/>
              </a:spcBef>
              <a:buFont typeface="Arial" panose="020B0604020202020204" pitchFamily="34" charset="0"/>
              <a:buChar char="•"/>
            </a:lvl6pPr>
            <a:lvl7pPr marL="2971726" indent="-228594">
              <a:lnSpc>
                <a:spcPct val="90000"/>
              </a:lnSpc>
              <a:spcBef>
                <a:spcPts val="500"/>
              </a:spcBef>
              <a:buFont typeface="Arial" panose="020B0604020202020204" pitchFamily="34" charset="0"/>
              <a:buChar char="•"/>
            </a:lvl7pPr>
            <a:lvl8pPr marL="3428914" indent="-228594">
              <a:lnSpc>
                <a:spcPct val="90000"/>
              </a:lnSpc>
              <a:spcBef>
                <a:spcPts val="500"/>
              </a:spcBef>
              <a:buFont typeface="Arial" panose="020B0604020202020204" pitchFamily="34" charset="0"/>
              <a:buChar char="•"/>
            </a:lvl8pPr>
            <a:lvl9pPr marL="3886103" indent="-228594">
              <a:lnSpc>
                <a:spcPct val="90000"/>
              </a:lnSpc>
              <a:spcBef>
                <a:spcPts val="500"/>
              </a:spcBef>
              <a:buFont typeface="Arial" panose="020B0604020202020204" pitchFamily="34" charset="0"/>
              <a:buChar char="•"/>
            </a:lvl9pPr>
          </a:lstStyle>
          <a:p>
            <a:r>
              <a:rPr lang="en-GB" sz="1800" dirty="0"/>
              <a:t>A Jenkinsfile defines the pipeline for your project</a:t>
            </a:r>
          </a:p>
          <a:p>
            <a:r>
              <a:rPr lang="en-GB" sz="1800" dirty="0"/>
              <a:t>Stored in the same Git repository as your application</a:t>
            </a:r>
          </a:p>
          <a:p>
            <a:r>
              <a:rPr lang="en-GB" sz="1800" dirty="0"/>
              <a:t>Version controlled like source code</a:t>
            </a:r>
          </a:p>
          <a:p>
            <a:r>
              <a:rPr lang="en-GB" sz="1800" dirty="0"/>
              <a:t>Enables reproducible builds across machines and teams</a:t>
            </a:r>
          </a:p>
        </p:txBody>
      </p:sp>
      <p:sp>
        <p:nvSpPr>
          <p:cNvPr id="7" name="TextBox 6">
            <a:extLst>
              <a:ext uri="{FF2B5EF4-FFF2-40B4-BE49-F238E27FC236}">
                <a16:creationId xmlns:a16="http://schemas.microsoft.com/office/drawing/2014/main" id="{0786A135-CBC5-A1EE-AB6A-E7FB0CB3B355}"/>
              </a:ext>
            </a:extLst>
          </p:cNvPr>
          <p:cNvSpPr txBox="1"/>
          <p:nvPr/>
        </p:nvSpPr>
        <p:spPr>
          <a:xfrm>
            <a:off x="7294789" y="1221432"/>
            <a:ext cx="4513036" cy="5047536"/>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chemeClr val="accent4">
                    <a:lumMod val="50000"/>
                  </a:schemeClr>
                </a:solidFill>
                <a:highlight>
                  <a:srgbClr val="FFFFFF"/>
                </a:highlight>
                <a:latin typeface="Cascadia Mono" panose="020B0609020000020004" pitchFamily="49" charset="0"/>
              </a:rPr>
              <a:t>pipeline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agent any</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'Running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endParaRPr lang="en-GB" sz="3600" b="1" dirty="0"/>
          </a:p>
        </p:txBody>
      </p:sp>
    </p:spTree>
    <p:extLst>
      <p:ext uri="{BB962C8B-B14F-4D97-AF65-F5344CB8AC3E}">
        <p14:creationId xmlns:p14="http://schemas.microsoft.com/office/powerpoint/2010/main" val="2283573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CB60-6EFC-B0D7-7928-1B074523E330}"/>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866A781-D5A4-2006-A894-52F4A4D2AC94}"/>
              </a:ext>
            </a:extLst>
          </p:cNvPr>
          <p:cNvSpPr>
            <a:spLocks noGrp="1"/>
          </p:cNvSpPr>
          <p:nvPr>
            <p:ph type="body" sz="quarter" idx="12"/>
          </p:nvPr>
        </p:nvSpPr>
        <p:spPr/>
        <p:txBody>
          <a:bodyPr/>
          <a:lstStyle/>
          <a:p>
            <a:r>
              <a:rPr lang="en-GB" b="1" dirty="0"/>
              <a:t>Basic Declarative Jenkinsfile Structure</a:t>
            </a:r>
            <a:endParaRPr lang="en-GB" dirty="0"/>
          </a:p>
        </p:txBody>
      </p:sp>
      <p:sp>
        <p:nvSpPr>
          <p:cNvPr id="4" name="Text Placeholder 3">
            <a:extLst>
              <a:ext uri="{FF2B5EF4-FFF2-40B4-BE49-F238E27FC236}">
                <a16:creationId xmlns:a16="http://schemas.microsoft.com/office/drawing/2014/main" id="{22B80189-83AD-728E-C5B9-2FA9D8D324B0}"/>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pipeline { } block defines the pipeline</a:t>
            </a:r>
          </a:p>
          <a:p>
            <a:pPr marL="342900" indent="-342900">
              <a:lnSpc>
                <a:spcPct val="150000"/>
              </a:lnSpc>
              <a:buSzPts val="1000"/>
              <a:buChar char="•"/>
              <a:tabLst>
                <a:tab pos="457200" algn="l"/>
              </a:tabLst>
            </a:pPr>
            <a:r>
              <a:rPr lang="en-GB" sz="2400" b="1" dirty="0">
                <a:latin typeface="Calibri" panose="020F0502020204030204" pitchFamily="34" charset="0"/>
              </a:rPr>
              <a:t>agent specifies where it runs (e.g., any node)</a:t>
            </a:r>
          </a:p>
          <a:p>
            <a:pPr marL="342900" indent="-342900">
              <a:lnSpc>
                <a:spcPct val="150000"/>
              </a:lnSpc>
              <a:buSzPts val="1000"/>
              <a:buChar char="•"/>
              <a:tabLst>
                <a:tab pos="457200" algn="l"/>
              </a:tabLst>
            </a:pPr>
            <a:r>
              <a:rPr lang="en-GB" sz="2400" b="1" dirty="0">
                <a:latin typeface="Calibri" panose="020F0502020204030204" pitchFamily="34" charset="0"/>
              </a:rPr>
              <a:t>stages { } contain logical steps</a:t>
            </a:r>
          </a:p>
          <a:p>
            <a:pPr marL="342900" indent="-342900">
              <a:lnSpc>
                <a:spcPct val="150000"/>
              </a:lnSpc>
              <a:buSzPts val="1000"/>
              <a:buChar char="•"/>
              <a:tabLst>
                <a:tab pos="457200" algn="l"/>
              </a:tabLst>
            </a:pPr>
            <a:r>
              <a:rPr lang="en-GB" sz="2400" b="1" dirty="0">
                <a:latin typeface="Calibri" panose="020F0502020204030204" pitchFamily="34" charset="0"/>
              </a:rPr>
              <a:t>steps { } perform actions like building or testing</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DE0F2827-8F57-29A0-7648-B53198C10490}"/>
              </a:ext>
            </a:extLst>
          </p:cNvPr>
          <p:cNvSpPr>
            <a:spLocks noGrp="1"/>
          </p:cNvSpPr>
          <p:nvPr>
            <p:ph type="sldNum" sz="quarter" idx="4"/>
          </p:nvPr>
        </p:nvSpPr>
        <p:spPr/>
        <p:txBody>
          <a:bodyPr/>
          <a:lstStyle/>
          <a:p>
            <a:fld id="{EF892D59-8F09-EF4B-AD6D-DA609442F868}" type="slidenum">
              <a:rPr lang="en-GB" smtClean="0"/>
              <a:pPr/>
              <a:t>4</a:t>
            </a:fld>
            <a:endParaRPr lang="en-GB"/>
          </a:p>
        </p:txBody>
      </p:sp>
      <p:sp>
        <p:nvSpPr>
          <p:cNvPr id="3" name="TextBox 2">
            <a:extLst>
              <a:ext uri="{FF2B5EF4-FFF2-40B4-BE49-F238E27FC236}">
                <a16:creationId xmlns:a16="http://schemas.microsoft.com/office/drawing/2014/main" id="{6F165339-C7A4-C803-E15A-B13EE80A726A}"/>
              </a:ext>
            </a:extLst>
          </p:cNvPr>
          <p:cNvSpPr txBox="1"/>
          <p:nvPr/>
        </p:nvSpPr>
        <p:spPr>
          <a:xfrm>
            <a:off x="7294789" y="1221432"/>
            <a:ext cx="4513036" cy="5047536"/>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chemeClr val="accent4">
                    <a:lumMod val="50000"/>
                  </a:schemeClr>
                </a:solidFill>
                <a:highlight>
                  <a:srgbClr val="FFFFFF"/>
                </a:highlight>
                <a:latin typeface="Cascadia Mono" panose="020B0609020000020004" pitchFamily="49" charset="0"/>
              </a:rPr>
              <a:t>pipeline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agent any</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'Running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endParaRPr lang="en-GB" sz="3600" b="1" dirty="0"/>
          </a:p>
        </p:txBody>
      </p:sp>
    </p:spTree>
    <p:extLst>
      <p:ext uri="{BB962C8B-B14F-4D97-AF65-F5344CB8AC3E}">
        <p14:creationId xmlns:p14="http://schemas.microsoft.com/office/powerpoint/2010/main" val="3995376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DA35EF2-28F7-9A11-99A4-2F8F5FCB52DA}"/>
              </a:ext>
            </a:extLst>
          </p:cNvPr>
          <p:cNvSpPr>
            <a:spLocks noGrp="1"/>
          </p:cNvSpPr>
          <p:nvPr>
            <p:ph type="body" sz="quarter" idx="12"/>
          </p:nvPr>
        </p:nvSpPr>
        <p:spPr/>
        <p:txBody>
          <a:bodyPr/>
          <a:lstStyle/>
          <a:p>
            <a:r>
              <a:rPr lang="en-GB" b="1" dirty="0"/>
              <a:t>Declarative vs Scripted Pipelines</a:t>
            </a:r>
            <a:endParaRPr lang="en-GB" dirty="0"/>
          </a:p>
          <a:p>
            <a:endParaRPr lang="en-GB" dirty="0"/>
          </a:p>
        </p:txBody>
      </p:sp>
      <p:sp>
        <p:nvSpPr>
          <p:cNvPr id="4" name="Text Placeholder 3">
            <a:extLst>
              <a:ext uri="{FF2B5EF4-FFF2-40B4-BE49-F238E27FC236}">
                <a16:creationId xmlns:a16="http://schemas.microsoft.com/office/drawing/2014/main" id="{4A695D40-07AD-974F-7360-17B492DA80FD}"/>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Declarative: structured, easy to read and maintain</a:t>
            </a:r>
          </a:p>
          <a:p>
            <a:pPr marL="342900" indent="-342900">
              <a:lnSpc>
                <a:spcPct val="150000"/>
              </a:lnSpc>
              <a:buSzPts val="1000"/>
              <a:buChar char="•"/>
              <a:tabLst>
                <a:tab pos="457200" algn="l"/>
              </a:tabLst>
            </a:pPr>
            <a:r>
              <a:rPr lang="en-GB" sz="2400" b="1" dirty="0">
                <a:latin typeface="Calibri" panose="020F0502020204030204" pitchFamily="34" charset="0"/>
              </a:rPr>
              <a:t>Scripted: fully flexible, but more complex</a:t>
            </a:r>
          </a:p>
          <a:p>
            <a:pPr marL="342900" indent="-342900">
              <a:buSzPts val="1000"/>
              <a:buChar char="•"/>
              <a:tabLst>
                <a:tab pos="457200" algn="l"/>
              </a:tabLst>
            </a:pPr>
            <a:r>
              <a:rPr lang="en-GB" sz="2400" b="1" dirty="0">
                <a:latin typeface="Calibri" panose="020F0502020204030204" pitchFamily="34" charset="0"/>
              </a:rPr>
              <a:t>Declarative enforces a </a:t>
            </a:r>
            <a:br>
              <a:rPr lang="en-GB" sz="2400" b="1" dirty="0">
                <a:latin typeface="Calibri" panose="020F0502020204030204" pitchFamily="34" charset="0"/>
              </a:rPr>
            </a:br>
            <a:r>
              <a:rPr lang="en-GB" sz="2400" b="1" dirty="0">
                <a:latin typeface="Calibri" panose="020F0502020204030204" pitchFamily="34" charset="0"/>
              </a:rPr>
              <a:t>standard format, reducing mistakes</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5CD51F29-7E4C-1D7B-4482-2B7A357306DA}"/>
              </a:ext>
            </a:extLst>
          </p:cNvPr>
          <p:cNvSpPr>
            <a:spLocks noGrp="1"/>
          </p:cNvSpPr>
          <p:nvPr>
            <p:ph type="sldNum" sz="quarter" idx="4"/>
          </p:nvPr>
        </p:nvSpPr>
        <p:spPr/>
        <p:txBody>
          <a:bodyPr/>
          <a:lstStyle/>
          <a:p>
            <a:fld id="{EF892D59-8F09-EF4B-AD6D-DA609442F868}" type="slidenum">
              <a:rPr lang="en-GB" smtClean="0"/>
              <a:pPr/>
              <a:t>5</a:t>
            </a:fld>
            <a:endParaRPr lang="en-GB"/>
          </a:p>
        </p:txBody>
      </p:sp>
      <p:sp>
        <p:nvSpPr>
          <p:cNvPr id="7" name="TextBox 6">
            <a:extLst>
              <a:ext uri="{FF2B5EF4-FFF2-40B4-BE49-F238E27FC236}">
                <a16:creationId xmlns:a16="http://schemas.microsoft.com/office/drawing/2014/main" id="{47324657-472B-8F65-6F8D-0FD36FF5B630}"/>
              </a:ext>
            </a:extLst>
          </p:cNvPr>
          <p:cNvSpPr txBox="1"/>
          <p:nvPr/>
        </p:nvSpPr>
        <p:spPr>
          <a:xfrm>
            <a:off x="6285566" y="2953440"/>
            <a:ext cx="5332694" cy="3139321"/>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chemeClr val="accent4">
                    <a:lumMod val="50000"/>
                  </a:schemeClr>
                </a:solidFill>
                <a:highlight>
                  <a:srgbClr val="FFFFFF"/>
                </a:highlight>
                <a:latin typeface="Cascadia Mono" panose="020B0609020000020004" pitchFamily="49" charset="0"/>
              </a:rPr>
              <a:t>node</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a:t>
            </a:r>
            <a:r>
              <a:rPr lang="en-GB" sz="1800" b="1" dirty="0">
                <a:solidFill>
                  <a:srgbClr val="0000FF"/>
                </a:solidFill>
                <a:highlight>
                  <a:srgbClr val="FFFFFF"/>
                </a:highlight>
                <a:latin typeface="Cascadia Mono" panose="020B0609020000020004" pitchFamily="49" charset="0"/>
              </a:rPr>
              <a:t>if</a:t>
            </a:r>
            <a:r>
              <a:rPr lang="en-GB" sz="1800" b="1" dirty="0">
                <a:solidFill>
                  <a:srgbClr val="000000"/>
                </a:solidFill>
                <a:highlight>
                  <a:srgbClr val="FFFFFF"/>
                </a:highlight>
                <a:latin typeface="Cascadia Mono" panose="020B0609020000020004" pitchFamily="49" charset="0"/>
              </a:rPr>
              <a:t> (</a:t>
            </a:r>
            <a:r>
              <a:rPr lang="en-GB" sz="1800" b="1" dirty="0" err="1">
                <a:solidFill>
                  <a:srgbClr val="000000"/>
                </a:solidFill>
                <a:highlight>
                  <a:srgbClr val="FFFFFF"/>
                </a:highlight>
                <a:latin typeface="Cascadia Mono" panose="020B0609020000020004" pitchFamily="49" charset="0"/>
              </a:rPr>
              <a:t>env.BRANCH_NAME</a:t>
            </a:r>
            <a:r>
              <a:rPr lang="en-GB" sz="1800" b="1" dirty="0">
                <a:solidFill>
                  <a:srgbClr val="000000"/>
                </a:solidFill>
                <a:highlight>
                  <a:srgbClr val="FFFFFF"/>
                </a:highlight>
                <a:latin typeface="Cascadia Mono" panose="020B0609020000020004" pitchFamily="49" charset="0"/>
              </a:rPr>
              <a:t> == </a:t>
            </a:r>
            <a:r>
              <a:rPr lang="en-GB" sz="1800" b="1" dirty="0">
                <a:solidFill>
                  <a:srgbClr val="A31515"/>
                </a:solidFill>
                <a:highlight>
                  <a:srgbClr val="FFFFFF"/>
                </a:highlight>
                <a:latin typeface="Cascadia Mono" panose="020B0609020000020004" pitchFamily="49" charset="0"/>
              </a:rPr>
              <a:t>'main'</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stage(</a:t>
            </a:r>
            <a:r>
              <a:rPr lang="en-GB" sz="1800" b="1" dirty="0">
                <a:solidFill>
                  <a:srgbClr val="A31515"/>
                </a:solidFill>
                <a:highlight>
                  <a:srgbClr val="FFFFFF"/>
                </a:highlight>
                <a:latin typeface="Cascadia Mono" panose="020B0609020000020004" pitchFamily="49" charset="0"/>
              </a:rPr>
              <a:t>'Build'</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echo </a:t>
            </a:r>
            <a:r>
              <a:rPr lang="en-GB" sz="1800" b="1" dirty="0">
                <a:solidFill>
                  <a:srgbClr val="A31515"/>
                </a:solidFill>
                <a:highlight>
                  <a:srgbClr val="FFFFFF"/>
                </a:highlight>
                <a:latin typeface="Cascadia Mono" panose="020B0609020000020004" pitchFamily="49" charset="0"/>
              </a:rPr>
              <a:t>'Building'</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stage(</a:t>
            </a:r>
            <a:r>
              <a:rPr lang="en-GB" sz="1800" b="1" dirty="0">
                <a:solidFill>
                  <a:srgbClr val="A31515"/>
                </a:solidFill>
                <a:highlight>
                  <a:srgbClr val="FFFFFF"/>
                </a:highlight>
                <a:latin typeface="Cascadia Mono" panose="020B0609020000020004" pitchFamily="49" charset="0"/>
              </a:rPr>
              <a:t>'Test'</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echo </a:t>
            </a:r>
            <a:r>
              <a:rPr lang="en-GB" sz="1800" b="1" dirty="0">
                <a:solidFill>
                  <a:srgbClr val="A31515"/>
                </a:solidFill>
                <a:highlight>
                  <a:srgbClr val="FFFFFF"/>
                </a:highlight>
                <a:latin typeface="Cascadia Mono" panose="020B0609020000020004" pitchFamily="49" charset="0"/>
              </a:rPr>
              <a:t>'Testing'</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412995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448D4-DF74-0CF3-C3D9-2C670F32F8C8}"/>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93902B29-15B9-5281-212B-71F5BE1A9622}"/>
              </a:ext>
            </a:extLst>
          </p:cNvPr>
          <p:cNvSpPr>
            <a:spLocks noGrp="1"/>
          </p:cNvSpPr>
          <p:nvPr>
            <p:ph type="body" sz="quarter" idx="12"/>
          </p:nvPr>
        </p:nvSpPr>
        <p:spPr/>
        <p:txBody>
          <a:bodyPr/>
          <a:lstStyle/>
          <a:p>
            <a:r>
              <a:rPr lang="en-GB" b="1" dirty="0"/>
              <a:t>Multistage Pipelines</a:t>
            </a:r>
            <a:endParaRPr lang="en-GB" dirty="0"/>
          </a:p>
        </p:txBody>
      </p:sp>
      <p:sp>
        <p:nvSpPr>
          <p:cNvPr id="4" name="Text Placeholder 3">
            <a:extLst>
              <a:ext uri="{FF2B5EF4-FFF2-40B4-BE49-F238E27FC236}">
                <a16:creationId xmlns:a16="http://schemas.microsoft.com/office/drawing/2014/main" id="{BF19FAC6-69D7-EE86-317D-07E49C511D2A}"/>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sz="2400" b="1" dirty="0">
                <a:latin typeface="Calibri" panose="020F0502020204030204" pitchFamily="34" charset="0"/>
              </a:rPr>
              <a:t>Break the pipeline into logical stages: </a:t>
            </a:r>
            <a:br>
              <a:rPr lang="en-GB" sz="2400" b="1" dirty="0">
                <a:latin typeface="Calibri" panose="020F0502020204030204" pitchFamily="34" charset="0"/>
              </a:rPr>
            </a:br>
            <a:r>
              <a:rPr lang="en-GB" sz="2400" b="1" dirty="0">
                <a:latin typeface="Calibri" panose="020F0502020204030204" pitchFamily="34" charset="0"/>
              </a:rPr>
              <a:t>Build, Test, Package, Deploy</a:t>
            </a:r>
          </a:p>
          <a:p>
            <a:pPr marL="342900" indent="-342900">
              <a:lnSpc>
                <a:spcPct val="150000"/>
              </a:lnSpc>
              <a:buSzPts val="1000"/>
              <a:buChar char="•"/>
              <a:tabLst>
                <a:tab pos="457200" algn="l"/>
              </a:tabLst>
            </a:pPr>
            <a:r>
              <a:rPr lang="en-GB" sz="2400" b="1" dirty="0">
                <a:latin typeface="Calibri" panose="020F0502020204030204" pitchFamily="34" charset="0"/>
              </a:rPr>
              <a:t>Each stage has a single purpose</a:t>
            </a:r>
          </a:p>
          <a:p>
            <a:pPr marL="342900" indent="-342900">
              <a:lnSpc>
                <a:spcPct val="150000"/>
              </a:lnSpc>
              <a:buSzPts val="1000"/>
              <a:buChar char="•"/>
              <a:tabLst>
                <a:tab pos="457200" algn="l"/>
              </a:tabLst>
            </a:pPr>
            <a:r>
              <a:rPr lang="en-GB" sz="2400" b="1" dirty="0">
                <a:latin typeface="Calibri" panose="020F0502020204030204" pitchFamily="34" charset="0"/>
              </a:rPr>
              <a:t>Failures are easier to diagnose and fix</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BDB2DB9D-5F76-92D4-1316-19699CEB55AC}"/>
              </a:ext>
            </a:extLst>
          </p:cNvPr>
          <p:cNvSpPr>
            <a:spLocks noGrp="1"/>
          </p:cNvSpPr>
          <p:nvPr>
            <p:ph type="sldNum" sz="quarter" idx="4"/>
          </p:nvPr>
        </p:nvSpPr>
        <p:spPr/>
        <p:txBody>
          <a:bodyPr/>
          <a:lstStyle/>
          <a:p>
            <a:fld id="{EF892D59-8F09-EF4B-AD6D-DA609442F868}" type="slidenum">
              <a:rPr lang="en-GB" smtClean="0"/>
              <a:pPr/>
              <a:t>6</a:t>
            </a:fld>
            <a:endParaRPr lang="en-GB"/>
          </a:p>
        </p:txBody>
      </p:sp>
      <p:sp>
        <p:nvSpPr>
          <p:cNvPr id="3" name="TextBox 2">
            <a:extLst>
              <a:ext uri="{FF2B5EF4-FFF2-40B4-BE49-F238E27FC236}">
                <a16:creationId xmlns:a16="http://schemas.microsoft.com/office/drawing/2014/main" id="{A38B2E62-AE13-3ADE-9CEE-5A3D15A06485}"/>
              </a:ext>
            </a:extLst>
          </p:cNvPr>
          <p:cNvSpPr txBox="1"/>
          <p:nvPr/>
        </p:nvSpPr>
        <p:spPr>
          <a:xfrm>
            <a:off x="7294788" y="1240838"/>
            <a:ext cx="4513036" cy="5047536"/>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chemeClr val="accent4">
                    <a:lumMod val="50000"/>
                  </a:schemeClr>
                </a:solidFill>
                <a:highlight>
                  <a:srgbClr val="FFFFFF"/>
                </a:highlight>
                <a:latin typeface="Cascadia Mono" panose="020B0609020000020004" pitchFamily="49" charset="0"/>
              </a:rPr>
              <a:t>pipeline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agent any</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'Running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app'</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endParaRPr lang="en-GB" sz="3600" b="1" dirty="0"/>
          </a:p>
        </p:txBody>
      </p:sp>
    </p:spTree>
    <p:extLst>
      <p:ext uri="{BB962C8B-B14F-4D97-AF65-F5344CB8AC3E}">
        <p14:creationId xmlns:p14="http://schemas.microsoft.com/office/powerpoint/2010/main" val="213802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A5296-3A65-2CD3-6DD0-6C7C607A696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3E2D44A0-30FC-4069-01BF-F0EC8340527E}"/>
              </a:ext>
            </a:extLst>
          </p:cNvPr>
          <p:cNvSpPr>
            <a:spLocks noGrp="1"/>
          </p:cNvSpPr>
          <p:nvPr>
            <p:ph type="body" sz="quarter" idx="12"/>
          </p:nvPr>
        </p:nvSpPr>
        <p:spPr/>
        <p:txBody>
          <a:bodyPr/>
          <a:lstStyle/>
          <a:p>
            <a:r>
              <a:rPr lang="en-GB" b="1" dirty="0"/>
              <a:t>Multistage Pipeline </a:t>
            </a:r>
            <a:br>
              <a:rPr lang="en-GB" b="1" dirty="0"/>
            </a:br>
            <a:r>
              <a:rPr lang="en-GB" b="1" dirty="0"/>
              <a:t>Example</a:t>
            </a:r>
            <a:endParaRPr lang="en-GB" dirty="0"/>
          </a:p>
        </p:txBody>
      </p:sp>
      <p:sp>
        <p:nvSpPr>
          <p:cNvPr id="4" name="Text Placeholder 3">
            <a:extLst>
              <a:ext uri="{FF2B5EF4-FFF2-40B4-BE49-F238E27FC236}">
                <a16:creationId xmlns:a16="http://schemas.microsoft.com/office/drawing/2014/main" id="{48217F24-2DE1-0914-0DB2-1C9BE68E7873}"/>
              </a:ext>
            </a:extLst>
          </p:cNvPr>
          <p:cNvSpPr>
            <a:spLocks noGrp="1"/>
          </p:cNvSpPr>
          <p:nvPr>
            <p:ph type="body" sz="quarter" idx="11"/>
          </p:nvPr>
        </p:nvSpPr>
        <p:spPr>
          <a:xfrm>
            <a:off x="376237" y="1977359"/>
            <a:ext cx="11431587" cy="4190359"/>
          </a:xfrm>
        </p:spPr>
        <p:txBody>
          <a:bodyPr vert="horz" lIns="0" tIns="0" rIns="0" bIns="0" rtlCol="0" anchor="t" anchorCtr="0">
            <a:noAutofit/>
          </a:bodyPr>
          <a:lstStyle/>
          <a:p>
            <a:pPr marL="342900" indent="-342900">
              <a:buSzPts val="1000"/>
              <a:buChar char="•"/>
              <a:tabLst>
                <a:tab pos="457200" algn="l"/>
              </a:tabLst>
            </a:pPr>
            <a:r>
              <a:rPr lang="en-GB" sz="2400" b="1" dirty="0">
                <a:latin typeface="Calibri" panose="020F0502020204030204" pitchFamily="34" charset="0"/>
              </a:rPr>
              <a:t>Checkout: Pull source code from Git</a:t>
            </a:r>
            <a:br>
              <a:rPr lang="en-GB" sz="2400" b="1" dirty="0">
                <a:latin typeface="Calibri" panose="020F0502020204030204" pitchFamily="34" charset="0"/>
              </a:rPr>
            </a:b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Build: Compile or package code</a:t>
            </a:r>
          </a:p>
          <a:p>
            <a:pPr marL="342900" indent="-342900">
              <a:buSzPts val="1000"/>
              <a:buChar char="•"/>
              <a:tabLst>
                <a:tab pos="457200" algn="l"/>
              </a:tabLst>
            </a:pPr>
            <a:br>
              <a:rPr lang="en-GB" sz="2400" b="1" dirty="0">
                <a:latin typeface="Calibri" panose="020F0502020204030204" pitchFamily="34" charset="0"/>
              </a:rPr>
            </a:br>
            <a:r>
              <a:rPr lang="en-GB" sz="2400" b="1" dirty="0">
                <a:latin typeface="Calibri" panose="020F0502020204030204" pitchFamily="34" charset="0"/>
              </a:rPr>
              <a:t>Test: Run unit, integration, or lint tests</a:t>
            </a:r>
          </a:p>
          <a:p>
            <a:pPr marL="342900" indent="-342900">
              <a:buSzPts val="1000"/>
              <a:buChar char="•"/>
              <a:tabLst>
                <a:tab pos="457200" algn="l"/>
              </a:tabLst>
            </a:pPr>
            <a:r>
              <a:rPr lang="en-GB" sz="2400" b="1" dirty="0">
                <a:latin typeface="Calibri" panose="020F0502020204030204" pitchFamily="34" charset="0"/>
              </a:rPr>
              <a:t>Package: Build artifacts or Docker images</a:t>
            </a:r>
          </a:p>
          <a:p>
            <a:pPr marL="342900" indent="-342900">
              <a:buSzPts val="1000"/>
              <a:buChar char="•"/>
              <a:tabLst>
                <a:tab pos="457200" algn="l"/>
              </a:tabLst>
            </a:pPr>
            <a:br>
              <a:rPr lang="en-GB" sz="2400" b="1" dirty="0">
                <a:latin typeface="Calibri" panose="020F0502020204030204" pitchFamily="34" charset="0"/>
              </a:rPr>
            </a:br>
            <a:r>
              <a:rPr lang="en-GB" sz="2400" b="1" dirty="0">
                <a:latin typeface="Calibri" panose="020F0502020204030204" pitchFamily="34" charset="0"/>
              </a:rPr>
              <a:t>Deploy: Release to </a:t>
            </a:r>
            <a:br>
              <a:rPr lang="en-GB" sz="2400" b="1" dirty="0">
                <a:latin typeface="Calibri" panose="020F0502020204030204" pitchFamily="34" charset="0"/>
              </a:rPr>
            </a:br>
            <a:r>
              <a:rPr lang="en-GB" sz="2400" b="1" dirty="0">
                <a:latin typeface="Calibri" panose="020F0502020204030204" pitchFamily="34" charset="0"/>
              </a:rPr>
              <a:t>dev/test/production environment</a:t>
            </a:r>
          </a:p>
          <a:p>
            <a:pPr marL="342900" indent="-342900">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BC8F44F9-E3A7-90C6-5E97-A9793B281210}"/>
              </a:ext>
            </a:extLst>
          </p:cNvPr>
          <p:cNvSpPr>
            <a:spLocks noGrp="1"/>
          </p:cNvSpPr>
          <p:nvPr>
            <p:ph type="sldNum" sz="quarter" idx="4"/>
          </p:nvPr>
        </p:nvSpPr>
        <p:spPr/>
        <p:txBody>
          <a:bodyPr/>
          <a:lstStyle/>
          <a:p>
            <a:fld id="{EF892D59-8F09-EF4B-AD6D-DA609442F868}" type="slidenum">
              <a:rPr lang="en-GB" smtClean="0"/>
              <a:pPr/>
              <a:t>7</a:t>
            </a:fld>
            <a:endParaRPr lang="en-GB"/>
          </a:p>
        </p:txBody>
      </p:sp>
      <p:sp>
        <p:nvSpPr>
          <p:cNvPr id="6" name="TextBox 5">
            <a:extLst>
              <a:ext uri="{FF2B5EF4-FFF2-40B4-BE49-F238E27FC236}">
                <a16:creationId xmlns:a16="http://schemas.microsoft.com/office/drawing/2014/main" id="{BDD0A752-CAC3-A73B-C408-F7D8C693C6B7}"/>
              </a:ext>
            </a:extLst>
          </p:cNvPr>
          <p:cNvSpPr txBox="1"/>
          <p:nvPr/>
        </p:nvSpPr>
        <p:spPr>
          <a:xfrm>
            <a:off x="6871573" y="166328"/>
            <a:ext cx="5170331" cy="6555641"/>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chemeClr val="accent4">
                    <a:lumMod val="50000"/>
                  </a:schemeClr>
                </a:solidFill>
                <a:highlight>
                  <a:srgbClr val="FFFFFF"/>
                </a:highlight>
                <a:latin typeface="Cascadia Mono" panose="020B0609020000020004" pitchFamily="49" charset="0"/>
              </a:rPr>
              <a:t>pipeline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agent any</a:t>
            </a: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'Checkout'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checkout </a:t>
            </a:r>
            <a:r>
              <a:rPr lang="en-GB" sz="1400" b="1" dirty="0" err="1">
                <a:solidFill>
                  <a:srgbClr val="000000"/>
                </a:solidFill>
                <a:highlight>
                  <a:srgbClr val="FFFFFF"/>
                </a:highlight>
                <a:latin typeface="Cascadia Mono" panose="020B0609020000020004" pitchFamily="49" charset="0"/>
              </a:rPr>
              <a:t>scm</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sh</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mvn</a:t>
            </a:r>
            <a:r>
              <a:rPr lang="en-GB" sz="1400" b="1" dirty="0">
                <a:solidFill>
                  <a:srgbClr val="A31515"/>
                </a:solidFill>
                <a:highlight>
                  <a:srgbClr val="FFFFFF"/>
                </a:highlight>
                <a:latin typeface="Cascadia Mono" panose="020B0609020000020004" pitchFamily="49" charset="0"/>
              </a:rPr>
              <a:t> compile'</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sh</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mvn</a:t>
            </a:r>
            <a:r>
              <a:rPr lang="en-GB" sz="1400" b="1" dirty="0">
                <a:solidFill>
                  <a:srgbClr val="A31515"/>
                </a:solidFill>
                <a:highlight>
                  <a:srgbClr val="FFFFFF"/>
                </a:highlight>
                <a:latin typeface="Cascadia Mono" panose="020B0609020000020004" pitchFamily="49" charset="0"/>
              </a:rPr>
              <a:t> test'</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'Package'</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sh</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a:t>
            </a:r>
            <a:r>
              <a:rPr lang="en-GB" sz="1400" b="1" dirty="0" err="1">
                <a:solidFill>
                  <a:srgbClr val="A31515"/>
                </a:solidFill>
                <a:highlight>
                  <a:srgbClr val="FFFFFF"/>
                </a:highlight>
                <a:latin typeface="Cascadia Mono" panose="020B0609020000020004" pitchFamily="49" charset="0"/>
              </a:rPr>
              <a:t>mvn</a:t>
            </a:r>
            <a:r>
              <a:rPr lang="en-GB" sz="1400" b="1" dirty="0">
                <a:solidFill>
                  <a:srgbClr val="A31515"/>
                </a:solidFill>
                <a:highlight>
                  <a:srgbClr val="FFFFFF"/>
                </a:highlight>
                <a:latin typeface="Cascadia Mono" panose="020B0609020000020004" pitchFamily="49" charset="0"/>
              </a:rPr>
              <a:t> package'</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sh</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'echo Deploy to environment'</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35574822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FDC42-A8BE-24A0-8FCF-B99D3585203F}"/>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FA05484-355E-CEF8-93CF-546CFEF1A65E}"/>
              </a:ext>
            </a:extLst>
          </p:cNvPr>
          <p:cNvSpPr>
            <a:spLocks noGrp="1"/>
          </p:cNvSpPr>
          <p:nvPr>
            <p:ph type="body" sz="quarter" idx="12"/>
          </p:nvPr>
        </p:nvSpPr>
        <p:spPr/>
        <p:txBody>
          <a:bodyPr/>
          <a:lstStyle/>
          <a:p>
            <a:r>
              <a:rPr lang="en-GB" b="1" dirty="0"/>
              <a:t>Parallel Stages</a:t>
            </a:r>
            <a:endParaRPr lang="en-GB" dirty="0"/>
          </a:p>
        </p:txBody>
      </p:sp>
      <p:sp>
        <p:nvSpPr>
          <p:cNvPr id="4" name="Text Placeholder 3">
            <a:extLst>
              <a:ext uri="{FF2B5EF4-FFF2-40B4-BE49-F238E27FC236}">
                <a16:creationId xmlns:a16="http://schemas.microsoft.com/office/drawing/2014/main" id="{59B9E161-BA8C-821F-9D55-FB27DBAA7C6C}"/>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Run tasks simultaneously to save time</a:t>
            </a:r>
          </a:p>
          <a:p>
            <a:pPr marL="342900" indent="-342900">
              <a:lnSpc>
                <a:spcPct val="150000"/>
              </a:lnSpc>
              <a:buSzPts val="1000"/>
              <a:buChar char="•"/>
              <a:tabLst>
                <a:tab pos="457200" algn="l"/>
              </a:tabLst>
            </a:pPr>
            <a:r>
              <a:rPr lang="en-GB" sz="2400" b="1" dirty="0">
                <a:latin typeface="Calibri" panose="020F0502020204030204" pitchFamily="34" charset="0"/>
              </a:rPr>
              <a:t>Useful for independent work (unit tests, linting, or building multiple platforms)</a:t>
            </a:r>
          </a:p>
          <a:p>
            <a:pPr marL="342900" indent="-342900">
              <a:lnSpc>
                <a:spcPct val="150000"/>
              </a:lnSpc>
              <a:buSzPts val="1000"/>
              <a:buChar char="•"/>
              <a:tabLst>
                <a:tab pos="457200" algn="l"/>
              </a:tabLst>
            </a:pPr>
            <a:r>
              <a:rPr lang="en-GB" sz="2400" b="1" dirty="0">
                <a:latin typeface="Calibri" panose="020F0502020204030204" pitchFamily="34" charset="0"/>
              </a:rPr>
              <a:t>Reduces overall pipeline duration</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1C2A1F60-BEFD-7148-1491-51DF57CDD4DB}"/>
              </a:ext>
            </a:extLst>
          </p:cNvPr>
          <p:cNvSpPr>
            <a:spLocks noGrp="1"/>
          </p:cNvSpPr>
          <p:nvPr>
            <p:ph type="sldNum" sz="quarter" idx="4"/>
          </p:nvPr>
        </p:nvSpPr>
        <p:spPr/>
        <p:txBody>
          <a:bodyPr/>
          <a:lstStyle/>
          <a:p>
            <a:fld id="{EF892D59-8F09-EF4B-AD6D-DA609442F868}" type="slidenum">
              <a:rPr lang="en-GB" smtClean="0"/>
              <a:pPr/>
              <a:t>8</a:t>
            </a:fld>
            <a:endParaRPr lang="en-GB"/>
          </a:p>
        </p:txBody>
      </p:sp>
    </p:spTree>
    <p:extLst>
      <p:ext uri="{BB962C8B-B14F-4D97-AF65-F5344CB8AC3E}">
        <p14:creationId xmlns:p14="http://schemas.microsoft.com/office/powerpoint/2010/main" val="3894493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4A937-1F14-EB25-C858-A8186C866FCC}"/>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A40AD49D-C8BB-339B-9D7A-69432C288001}"/>
              </a:ext>
            </a:extLst>
          </p:cNvPr>
          <p:cNvSpPr>
            <a:spLocks noGrp="1"/>
          </p:cNvSpPr>
          <p:nvPr>
            <p:ph type="body" sz="quarter" idx="12"/>
          </p:nvPr>
        </p:nvSpPr>
        <p:spPr/>
        <p:txBody>
          <a:bodyPr/>
          <a:lstStyle/>
          <a:p>
            <a:r>
              <a:rPr lang="en-GB" b="1" dirty="0"/>
              <a:t>Parallel Stage Examples</a:t>
            </a:r>
            <a:endParaRPr lang="en-GB" dirty="0"/>
          </a:p>
        </p:txBody>
      </p:sp>
      <p:sp>
        <p:nvSpPr>
          <p:cNvPr id="4" name="Text Placeholder 3">
            <a:extLst>
              <a:ext uri="{FF2B5EF4-FFF2-40B4-BE49-F238E27FC236}">
                <a16:creationId xmlns:a16="http://schemas.microsoft.com/office/drawing/2014/main" id="{0D719FE3-4B61-DD6D-4F8B-833AC0718F8A}"/>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sz="2400" b="1" dirty="0">
                <a:latin typeface="Calibri" panose="020F0502020204030204" pitchFamily="34" charset="0"/>
              </a:rPr>
              <a:t>Unit tests and linting</a:t>
            </a:r>
            <a:br>
              <a:rPr lang="en-GB" sz="2400" b="1" dirty="0">
                <a:latin typeface="Calibri" panose="020F0502020204030204" pitchFamily="34" charset="0"/>
              </a:rPr>
            </a:b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Integration tests on </a:t>
            </a:r>
            <a:br>
              <a:rPr lang="en-GB" sz="2400" b="1" dirty="0">
                <a:latin typeface="Calibri" panose="020F0502020204030204" pitchFamily="34" charset="0"/>
              </a:rPr>
            </a:br>
            <a:r>
              <a:rPr lang="en-GB" sz="2400" b="1" dirty="0">
                <a:latin typeface="Calibri" panose="020F0502020204030204" pitchFamily="34" charset="0"/>
              </a:rPr>
              <a:t>multiple environments</a:t>
            </a:r>
          </a:p>
          <a:p>
            <a:pPr marL="342900" indent="-342900">
              <a:buSzPts val="1000"/>
              <a:buChar char="•"/>
              <a:tabLst>
                <a:tab pos="457200" algn="l"/>
              </a:tabLst>
            </a:pP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Multi-platform builds </a:t>
            </a:r>
            <a:br>
              <a:rPr lang="en-GB" sz="2400" b="1" dirty="0">
                <a:latin typeface="Calibri" panose="020F0502020204030204" pitchFamily="34" charset="0"/>
              </a:rPr>
            </a:br>
            <a:r>
              <a:rPr lang="en-GB" sz="2400" b="1" dirty="0">
                <a:latin typeface="Calibri" panose="020F0502020204030204" pitchFamily="34" charset="0"/>
              </a:rPr>
              <a:t>(Windows/Linux/Mac)</a:t>
            </a:r>
          </a:p>
          <a:p>
            <a:pPr marL="342900" indent="-342900">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9A5357B9-47B9-0965-DF21-D1A73AD5F06B}"/>
              </a:ext>
            </a:extLst>
          </p:cNvPr>
          <p:cNvSpPr>
            <a:spLocks noGrp="1"/>
          </p:cNvSpPr>
          <p:nvPr>
            <p:ph type="sldNum" sz="quarter" idx="4"/>
          </p:nvPr>
        </p:nvSpPr>
        <p:spPr/>
        <p:txBody>
          <a:bodyPr/>
          <a:lstStyle/>
          <a:p>
            <a:fld id="{EF892D59-8F09-EF4B-AD6D-DA609442F868}" type="slidenum">
              <a:rPr lang="en-GB" smtClean="0"/>
              <a:pPr/>
              <a:t>9</a:t>
            </a:fld>
            <a:endParaRPr lang="en-GB"/>
          </a:p>
        </p:txBody>
      </p:sp>
      <p:sp>
        <p:nvSpPr>
          <p:cNvPr id="6" name="TextBox 5">
            <a:extLst>
              <a:ext uri="{FF2B5EF4-FFF2-40B4-BE49-F238E27FC236}">
                <a16:creationId xmlns:a16="http://schemas.microsoft.com/office/drawing/2014/main" id="{33B6E80C-36BB-D403-BCA4-F13598942307}"/>
              </a:ext>
            </a:extLst>
          </p:cNvPr>
          <p:cNvSpPr txBox="1"/>
          <p:nvPr/>
        </p:nvSpPr>
        <p:spPr>
          <a:xfrm>
            <a:off x="5174940" y="1646844"/>
            <a:ext cx="5869859" cy="3970318"/>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00"/>
                </a:solidFill>
                <a:highlight>
                  <a:srgbClr val="FFFFFF"/>
                </a:highlight>
                <a:latin typeface="Cascadia Mono" panose="020B0609020000020004" pitchFamily="49" charset="0"/>
              </a:rPr>
              <a:t>stage(</a:t>
            </a:r>
            <a:r>
              <a:rPr lang="en-GB" sz="1800" b="1" dirty="0">
                <a:solidFill>
                  <a:srgbClr val="A31515"/>
                </a:solidFill>
                <a:highlight>
                  <a:srgbClr val="FFFFFF"/>
                </a:highlight>
                <a:latin typeface="Cascadia Mono" panose="020B0609020000020004" pitchFamily="49" charset="0"/>
              </a:rPr>
              <a:t>'Quality Checks'</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parallel {</a:t>
            </a:r>
          </a:p>
          <a:p>
            <a:r>
              <a:rPr lang="en-GB" sz="1800" b="1" dirty="0">
                <a:solidFill>
                  <a:srgbClr val="000000"/>
                </a:solidFill>
                <a:highlight>
                  <a:srgbClr val="FFFFFF"/>
                </a:highlight>
                <a:latin typeface="Cascadia Mono" panose="020B0609020000020004" pitchFamily="49" charset="0"/>
              </a:rPr>
              <a:t>        stage(</a:t>
            </a:r>
            <a:r>
              <a:rPr lang="en-GB" sz="1800" b="1" dirty="0">
                <a:solidFill>
                  <a:srgbClr val="A31515"/>
                </a:solidFill>
                <a:highlight>
                  <a:srgbClr val="FFFFFF"/>
                </a:highlight>
                <a:latin typeface="Cascadia Mono" panose="020B0609020000020004" pitchFamily="49" charset="0"/>
              </a:rPr>
              <a:t>'Unit Tests'</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steps {</a:t>
            </a:r>
          </a:p>
          <a:p>
            <a:r>
              <a:rPr lang="en-GB" sz="1800" b="1" dirty="0">
                <a:solidFill>
                  <a:srgbClr val="000000"/>
                </a:solidFill>
                <a:highlight>
                  <a:srgbClr val="FFFFFF"/>
                </a:highlight>
                <a:latin typeface="Cascadia Mono" panose="020B0609020000020004" pitchFamily="49" charset="0"/>
              </a:rPr>
              <a:t>                </a:t>
            </a:r>
            <a:r>
              <a:rPr lang="en-GB" sz="1800" b="1" dirty="0" err="1">
                <a:solidFill>
                  <a:srgbClr val="000000"/>
                </a:solidFill>
                <a:highlight>
                  <a:srgbClr val="FFFFFF"/>
                </a:highlight>
                <a:latin typeface="Cascadia Mono" panose="020B0609020000020004" pitchFamily="49" charset="0"/>
              </a:rPr>
              <a:t>sh</a:t>
            </a:r>
            <a:r>
              <a:rPr lang="en-GB" sz="1800" b="1" dirty="0">
                <a:solidFill>
                  <a:srgbClr val="000000"/>
                </a:solidFill>
                <a:highlight>
                  <a:srgbClr val="FFFFFF"/>
                </a:highlight>
                <a:latin typeface="Cascadia Mono" panose="020B0609020000020004" pitchFamily="49" charset="0"/>
              </a:rPr>
              <a:t> </a:t>
            </a:r>
            <a:r>
              <a:rPr lang="en-GB" sz="1800" b="1" dirty="0">
                <a:solidFill>
                  <a:srgbClr val="A31515"/>
                </a:solidFill>
                <a:highlight>
                  <a:srgbClr val="FFFFFF"/>
                </a:highlight>
                <a:latin typeface="Cascadia Mono" panose="020B0609020000020004" pitchFamily="49" charset="0"/>
              </a:rPr>
              <a:t>'</a:t>
            </a:r>
            <a:r>
              <a:rPr lang="en-GB" sz="1800" b="1" dirty="0" err="1">
                <a:solidFill>
                  <a:srgbClr val="A31515"/>
                </a:solidFill>
                <a:highlight>
                  <a:srgbClr val="FFFFFF"/>
                </a:highlight>
                <a:latin typeface="Cascadia Mono" panose="020B0609020000020004" pitchFamily="49" charset="0"/>
              </a:rPr>
              <a:t>mvn</a:t>
            </a:r>
            <a:r>
              <a:rPr lang="en-GB" sz="1800" b="1" dirty="0">
                <a:solidFill>
                  <a:srgbClr val="A31515"/>
                </a:solidFill>
                <a:highlight>
                  <a:srgbClr val="FFFFFF"/>
                </a:highlight>
                <a:latin typeface="Cascadia Mono" panose="020B0609020000020004" pitchFamily="49" charset="0"/>
              </a:rPr>
              <a:t> test'</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stage(</a:t>
            </a:r>
            <a:r>
              <a:rPr lang="en-GB" sz="1800" b="1" dirty="0">
                <a:solidFill>
                  <a:srgbClr val="A31515"/>
                </a:solidFill>
                <a:highlight>
                  <a:srgbClr val="FFFFFF"/>
                </a:highlight>
                <a:latin typeface="Cascadia Mono" panose="020B0609020000020004" pitchFamily="49" charset="0"/>
              </a:rPr>
              <a:t>'Linting'</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steps {</a:t>
            </a:r>
          </a:p>
          <a:p>
            <a:r>
              <a:rPr lang="en-GB" sz="1800" b="1" dirty="0">
                <a:solidFill>
                  <a:srgbClr val="000000"/>
                </a:solidFill>
                <a:highlight>
                  <a:srgbClr val="FFFFFF"/>
                </a:highlight>
                <a:latin typeface="Cascadia Mono" panose="020B0609020000020004" pitchFamily="49" charset="0"/>
              </a:rPr>
              <a:t>                </a:t>
            </a:r>
            <a:r>
              <a:rPr lang="en-GB" sz="1800" b="1" dirty="0" err="1">
                <a:solidFill>
                  <a:srgbClr val="000000"/>
                </a:solidFill>
                <a:highlight>
                  <a:srgbClr val="FFFFFF"/>
                </a:highlight>
                <a:latin typeface="Cascadia Mono" panose="020B0609020000020004" pitchFamily="49" charset="0"/>
              </a:rPr>
              <a:t>sh</a:t>
            </a:r>
            <a:r>
              <a:rPr lang="en-GB" sz="1800" b="1" dirty="0">
                <a:solidFill>
                  <a:srgbClr val="000000"/>
                </a:solidFill>
                <a:highlight>
                  <a:srgbClr val="FFFFFF"/>
                </a:highlight>
                <a:latin typeface="Cascadia Mono" panose="020B0609020000020004" pitchFamily="49" charset="0"/>
              </a:rPr>
              <a:t> </a:t>
            </a:r>
            <a:r>
              <a:rPr lang="en-GB" sz="1800" b="1" dirty="0">
                <a:solidFill>
                  <a:srgbClr val="A31515"/>
                </a:solidFill>
                <a:highlight>
                  <a:srgbClr val="FFFFFF"/>
                </a:highlight>
                <a:latin typeface="Cascadia Mono" panose="020B0609020000020004" pitchFamily="49" charset="0"/>
              </a:rPr>
              <a:t>'</a:t>
            </a:r>
            <a:r>
              <a:rPr lang="en-GB" sz="1800" b="1" dirty="0" err="1">
                <a:solidFill>
                  <a:srgbClr val="A31515"/>
                </a:solidFill>
                <a:highlight>
                  <a:srgbClr val="FFFFFF"/>
                </a:highlight>
                <a:latin typeface="Cascadia Mono" panose="020B0609020000020004" pitchFamily="49" charset="0"/>
              </a:rPr>
              <a:t>mvn</a:t>
            </a:r>
            <a:r>
              <a:rPr lang="en-GB" sz="1800" b="1" dirty="0">
                <a:solidFill>
                  <a:srgbClr val="A31515"/>
                </a:solidFill>
                <a:highlight>
                  <a:srgbClr val="FFFFFF"/>
                </a:highlight>
                <a:latin typeface="Cascadia Mono" panose="020B0609020000020004" pitchFamily="49" charset="0"/>
              </a:rPr>
              <a:t> </a:t>
            </a:r>
            <a:r>
              <a:rPr lang="en-GB" sz="1800" b="1" dirty="0" err="1">
                <a:solidFill>
                  <a:srgbClr val="A31515"/>
                </a:solidFill>
                <a:highlight>
                  <a:srgbClr val="FFFFFF"/>
                </a:highlight>
                <a:latin typeface="Cascadia Mono" panose="020B0609020000020004" pitchFamily="49" charset="0"/>
              </a:rPr>
              <a:t>checkstyle:check</a:t>
            </a:r>
            <a:r>
              <a:rPr lang="en-GB" sz="1800" b="1" dirty="0">
                <a:solidFill>
                  <a:srgbClr val="A31515"/>
                </a:solidFill>
                <a:highlight>
                  <a:srgbClr val="FFFFFF"/>
                </a:highlight>
                <a:latin typeface="Cascadia Mono" panose="020B0609020000020004" pitchFamily="49" charset="0"/>
              </a:rPr>
              <a:t>'</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2300498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4F33-FB83-C79C-85E7-19D4C28D1C99}"/>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BB1378B4-E190-7F4B-B621-C6E35C0D9E32}"/>
              </a:ext>
            </a:extLst>
          </p:cNvPr>
          <p:cNvSpPr>
            <a:spLocks noGrp="1"/>
          </p:cNvSpPr>
          <p:nvPr>
            <p:ph type="body" sz="quarter" idx="12"/>
          </p:nvPr>
        </p:nvSpPr>
        <p:spPr/>
        <p:txBody>
          <a:bodyPr/>
          <a:lstStyle/>
          <a:p>
            <a:r>
              <a:rPr lang="en-GB" b="1" dirty="0"/>
              <a:t>Conditional Stages</a:t>
            </a:r>
            <a:endParaRPr lang="en-GB" dirty="0"/>
          </a:p>
        </p:txBody>
      </p:sp>
      <p:sp>
        <p:nvSpPr>
          <p:cNvPr id="4" name="Text Placeholder 3">
            <a:extLst>
              <a:ext uri="{FF2B5EF4-FFF2-40B4-BE49-F238E27FC236}">
                <a16:creationId xmlns:a16="http://schemas.microsoft.com/office/drawing/2014/main" id="{D8048BF5-C7BD-880E-545D-B345B246E0AF}"/>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Not all stages need to run every time</a:t>
            </a:r>
          </a:p>
          <a:p>
            <a:pPr marL="342900" indent="-342900">
              <a:lnSpc>
                <a:spcPct val="150000"/>
              </a:lnSpc>
              <a:buSzPts val="1000"/>
              <a:buChar char="•"/>
              <a:tabLst>
                <a:tab pos="457200" algn="l"/>
              </a:tabLst>
            </a:pPr>
            <a:r>
              <a:rPr lang="en-GB" sz="2400" b="1" dirty="0">
                <a:latin typeface="Calibri" panose="020F0502020204030204" pitchFamily="34" charset="0"/>
              </a:rPr>
              <a:t>Conditions allow flexibility based on branch, environment, or parameters</a:t>
            </a:r>
          </a:p>
          <a:p>
            <a:pPr marL="342900" indent="-342900">
              <a:lnSpc>
                <a:spcPct val="150000"/>
              </a:lnSpc>
              <a:buSzPts val="1000"/>
              <a:buChar char="•"/>
              <a:tabLst>
                <a:tab pos="457200" algn="l"/>
              </a:tabLst>
            </a:pPr>
            <a:r>
              <a:rPr lang="en-GB" sz="2400" b="1" dirty="0">
                <a:latin typeface="Calibri" panose="020F0502020204030204" pitchFamily="34" charset="0"/>
              </a:rPr>
              <a:t>Example: deploy only when building the main branch</a:t>
            </a:r>
          </a:p>
          <a:p>
            <a:pPr marL="342900" indent="-342900">
              <a:lnSpc>
                <a:spcPct val="150000"/>
              </a:lnSpc>
              <a:buSzPts val="1000"/>
              <a:buChar char="•"/>
              <a:tabLst>
                <a:tab pos="457200" algn="l"/>
              </a:tabLst>
            </a:pPr>
            <a:br>
              <a:rPr lang="en-GB" sz="2400" b="1" dirty="0">
                <a:latin typeface="Calibri" panose="020F0502020204030204" pitchFamily="34" charset="0"/>
              </a:rPr>
            </a:br>
            <a:endParaRPr lang="en-GB" sz="2400" b="1" dirty="0">
              <a:latin typeface="Calibri" panose="020F0502020204030204" pitchFamily="34" charset="0"/>
            </a:endParaRP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679415F0-0378-E314-688A-7678EEC6548A}"/>
              </a:ext>
            </a:extLst>
          </p:cNvPr>
          <p:cNvSpPr>
            <a:spLocks noGrp="1"/>
          </p:cNvSpPr>
          <p:nvPr>
            <p:ph type="sldNum" sz="quarter" idx="4"/>
          </p:nvPr>
        </p:nvSpPr>
        <p:spPr/>
        <p:txBody>
          <a:bodyPr/>
          <a:lstStyle/>
          <a:p>
            <a:fld id="{EF892D59-8F09-EF4B-AD6D-DA609442F868}" type="slidenum">
              <a:rPr lang="en-GB" smtClean="0"/>
              <a:pPr/>
              <a:t>10</a:t>
            </a:fld>
            <a:endParaRPr lang="en-GB"/>
          </a:p>
        </p:txBody>
      </p:sp>
      <p:sp>
        <p:nvSpPr>
          <p:cNvPr id="8" name="TextBox 7">
            <a:extLst>
              <a:ext uri="{FF2B5EF4-FFF2-40B4-BE49-F238E27FC236}">
                <a16:creationId xmlns:a16="http://schemas.microsoft.com/office/drawing/2014/main" id="{1C1A17E7-F090-CB89-DDA4-79CB7333490F}"/>
              </a:ext>
            </a:extLst>
          </p:cNvPr>
          <p:cNvSpPr txBox="1"/>
          <p:nvPr/>
        </p:nvSpPr>
        <p:spPr>
          <a:xfrm>
            <a:off x="70127" y="3464455"/>
            <a:ext cx="6402391" cy="2585323"/>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00"/>
                </a:solidFill>
                <a:highlight>
                  <a:srgbClr val="FFFFFF"/>
                </a:highlight>
                <a:latin typeface="Cascadia Mono" panose="020B0609020000020004" pitchFamily="49" charset="0"/>
              </a:rPr>
              <a:t>stage(</a:t>
            </a:r>
            <a:r>
              <a:rPr lang="en-GB" sz="1800" b="1" dirty="0">
                <a:solidFill>
                  <a:srgbClr val="A31515"/>
                </a:solidFill>
                <a:highlight>
                  <a:srgbClr val="FFFFFF"/>
                </a:highlight>
                <a:latin typeface="Cascadia Mono" panose="020B0609020000020004" pitchFamily="49" charset="0"/>
              </a:rPr>
              <a:t>'Deploy'</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when {</a:t>
            </a:r>
          </a:p>
          <a:p>
            <a:r>
              <a:rPr lang="en-GB" sz="1800" b="1" dirty="0">
                <a:solidFill>
                  <a:srgbClr val="000000"/>
                </a:solidFill>
                <a:highlight>
                  <a:srgbClr val="FFFFFF"/>
                </a:highlight>
                <a:latin typeface="Cascadia Mono" panose="020B0609020000020004" pitchFamily="49" charset="0"/>
              </a:rPr>
              <a:t>        environment name: </a:t>
            </a:r>
            <a:r>
              <a:rPr lang="en-GB" sz="1800" b="1" dirty="0">
                <a:solidFill>
                  <a:srgbClr val="A31515"/>
                </a:solidFill>
                <a:highlight>
                  <a:srgbClr val="FFFFFF"/>
                </a:highlight>
                <a:latin typeface="Cascadia Mono" panose="020B0609020000020004" pitchFamily="49" charset="0"/>
              </a:rPr>
              <a:t>'ENV'</a:t>
            </a:r>
            <a:r>
              <a:rPr lang="en-GB" sz="1800" b="1" dirty="0">
                <a:solidFill>
                  <a:srgbClr val="000000"/>
                </a:solidFill>
                <a:highlight>
                  <a:srgbClr val="FFFFFF"/>
                </a:highlight>
                <a:latin typeface="Cascadia Mono" panose="020B0609020000020004" pitchFamily="49" charset="0"/>
              </a:rPr>
              <a:t>, value: </a:t>
            </a:r>
            <a:r>
              <a:rPr lang="en-GB" sz="1800" b="1" dirty="0">
                <a:solidFill>
                  <a:srgbClr val="A31515"/>
                </a:solidFill>
                <a:highlight>
                  <a:srgbClr val="FFFFFF"/>
                </a:highlight>
                <a:latin typeface="Cascadia Mono" panose="020B0609020000020004" pitchFamily="49" charset="0"/>
              </a:rPr>
              <a:t>'prod'</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steps {</a:t>
            </a:r>
          </a:p>
          <a:p>
            <a:r>
              <a:rPr lang="en-GB" sz="1800" b="1" dirty="0">
                <a:solidFill>
                  <a:srgbClr val="000000"/>
                </a:solidFill>
                <a:highlight>
                  <a:srgbClr val="FFFFFF"/>
                </a:highlight>
                <a:latin typeface="Cascadia Mono" panose="020B0609020000020004" pitchFamily="49" charset="0"/>
              </a:rPr>
              <a:t>        echo </a:t>
            </a:r>
            <a:r>
              <a:rPr lang="en-GB" sz="1800" b="1" dirty="0">
                <a:solidFill>
                  <a:srgbClr val="A31515"/>
                </a:solidFill>
                <a:highlight>
                  <a:srgbClr val="FFFFFF"/>
                </a:highlight>
                <a:latin typeface="Cascadia Mono" panose="020B0609020000020004" pitchFamily="49" charset="0"/>
              </a:rPr>
              <a:t>'Deploying to production'</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a:t>
            </a:r>
          </a:p>
          <a:p>
            <a:endParaRPr lang="en-GB" sz="1800" b="1" dirty="0">
              <a:solidFill>
                <a:srgbClr val="000000"/>
              </a:solidFill>
              <a:highlight>
                <a:srgbClr val="FFFFFF"/>
              </a:highlight>
              <a:latin typeface="Cascadia Mono" panose="020B0609020000020004" pitchFamily="49" charset="0"/>
            </a:endParaRPr>
          </a:p>
        </p:txBody>
      </p:sp>
      <p:sp>
        <p:nvSpPr>
          <p:cNvPr id="10" name="TextBox 9">
            <a:extLst>
              <a:ext uri="{FF2B5EF4-FFF2-40B4-BE49-F238E27FC236}">
                <a16:creationId xmlns:a16="http://schemas.microsoft.com/office/drawing/2014/main" id="{D5FE8EAC-A331-48D0-6AB1-3DD11FC81343}"/>
              </a:ext>
            </a:extLst>
          </p:cNvPr>
          <p:cNvSpPr txBox="1"/>
          <p:nvPr/>
        </p:nvSpPr>
        <p:spPr>
          <a:xfrm>
            <a:off x="6544237" y="3464455"/>
            <a:ext cx="5576047" cy="2308324"/>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dirty="0">
                <a:solidFill>
                  <a:srgbClr val="000000"/>
                </a:solidFill>
                <a:highlight>
                  <a:srgbClr val="FFFFFF"/>
                </a:highlight>
                <a:latin typeface="Cascadia Mono" panose="020B0609020000020004" pitchFamily="49" charset="0"/>
              </a:rPr>
              <a:t>stage(</a:t>
            </a:r>
            <a:r>
              <a:rPr lang="en-GB" sz="1800" dirty="0">
                <a:solidFill>
                  <a:srgbClr val="A31515"/>
                </a:solidFill>
                <a:highlight>
                  <a:srgbClr val="FFFFFF"/>
                </a:highlight>
                <a:latin typeface="Cascadia Mono" panose="020B0609020000020004" pitchFamily="49" charset="0"/>
              </a:rPr>
              <a:t>'Deploy'</a:t>
            </a:r>
            <a:r>
              <a:rPr lang="en-GB" sz="1800" dirty="0">
                <a:solidFill>
                  <a:srgbClr val="000000"/>
                </a:solidFill>
                <a:highlight>
                  <a:srgbClr val="FFFFFF"/>
                </a:highlight>
                <a:latin typeface="Cascadia Mono" panose="020B0609020000020004" pitchFamily="49" charset="0"/>
              </a:rPr>
              <a:t>) {</a:t>
            </a:r>
          </a:p>
          <a:p>
            <a:r>
              <a:rPr lang="en-GB" sz="1800" dirty="0">
                <a:solidFill>
                  <a:srgbClr val="000000"/>
                </a:solidFill>
                <a:highlight>
                  <a:srgbClr val="FFFFFF"/>
                </a:highlight>
                <a:latin typeface="Cascadia Mono" panose="020B0609020000020004" pitchFamily="49" charset="0"/>
              </a:rPr>
              <a:t>            when {</a:t>
            </a:r>
          </a:p>
          <a:p>
            <a:r>
              <a:rPr lang="en-GB" sz="1800" dirty="0">
                <a:solidFill>
                  <a:srgbClr val="000000"/>
                </a:solidFill>
                <a:highlight>
                  <a:srgbClr val="FFFFFF"/>
                </a:highlight>
                <a:latin typeface="Cascadia Mono" panose="020B0609020000020004" pitchFamily="49" charset="0"/>
              </a:rPr>
              <a:t>                branch </a:t>
            </a:r>
            <a:r>
              <a:rPr lang="en-GB" sz="1800" dirty="0">
                <a:solidFill>
                  <a:srgbClr val="A31515"/>
                </a:solidFill>
                <a:highlight>
                  <a:srgbClr val="FFFFFF"/>
                </a:highlight>
                <a:latin typeface="Cascadia Mono" panose="020B0609020000020004" pitchFamily="49" charset="0"/>
              </a:rPr>
              <a:t>'main'</a:t>
            </a:r>
            <a:endParaRPr lang="en-GB" sz="1800" dirty="0">
              <a:solidFill>
                <a:srgbClr val="000000"/>
              </a:solidFill>
              <a:highlight>
                <a:srgbClr val="FFFFFF"/>
              </a:highlight>
              <a:latin typeface="Cascadia Mono" panose="020B0609020000020004" pitchFamily="49" charset="0"/>
            </a:endParaRPr>
          </a:p>
          <a:p>
            <a:r>
              <a:rPr lang="en-GB" sz="1800" dirty="0">
                <a:solidFill>
                  <a:srgbClr val="000000"/>
                </a:solidFill>
                <a:highlight>
                  <a:srgbClr val="FFFFFF"/>
                </a:highlight>
                <a:latin typeface="Cascadia Mono" panose="020B0609020000020004" pitchFamily="49" charset="0"/>
              </a:rPr>
              <a:t>    }</a:t>
            </a:r>
          </a:p>
          <a:p>
            <a:r>
              <a:rPr lang="en-GB" sz="1800" dirty="0">
                <a:solidFill>
                  <a:srgbClr val="000000"/>
                </a:solidFill>
                <a:highlight>
                  <a:srgbClr val="FFFFFF"/>
                </a:highlight>
                <a:latin typeface="Cascadia Mono" panose="020B0609020000020004" pitchFamily="49" charset="0"/>
              </a:rPr>
              <a:t>            steps {</a:t>
            </a:r>
          </a:p>
          <a:p>
            <a:r>
              <a:rPr lang="en-GB" sz="1800" dirty="0">
                <a:solidFill>
                  <a:srgbClr val="000000"/>
                </a:solidFill>
                <a:highlight>
                  <a:srgbClr val="FFFFFF"/>
                </a:highlight>
                <a:latin typeface="Cascadia Mono" panose="020B0609020000020004" pitchFamily="49" charset="0"/>
              </a:rPr>
              <a:t>                echo </a:t>
            </a:r>
            <a:r>
              <a:rPr lang="en-GB" sz="1800" dirty="0">
                <a:solidFill>
                  <a:srgbClr val="A31515"/>
                </a:solidFill>
                <a:highlight>
                  <a:srgbClr val="FFFFFF"/>
                </a:highlight>
                <a:latin typeface="Cascadia Mono" panose="020B0609020000020004" pitchFamily="49" charset="0"/>
              </a:rPr>
              <a:t>'Deploying to prod'</a:t>
            </a:r>
            <a:endParaRPr lang="en-GB" sz="1800" dirty="0">
              <a:solidFill>
                <a:srgbClr val="000000"/>
              </a:solidFill>
              <a:highlight>
                <a:srgbClr val="FFFFFF"/>
              </a:highlight>
              <a:latin typeface="Cascadia Mono" panose="020B0609020000020004" pitchFamily="49" charset="0"/>
            </a:endParaRPr>
          </a:p>
          <a:p>
            <a:r>
              <a:rPr lang="en-GB" sz="1800" dirty="0">
                <a:solidFill>
                  <a:srgbClr val="000000"/>
                </a:solidFill>
                <a:highlight>
                  <a:srgbClr val="FFFFFF"/>
                </a:highlight>
                <a:latin typeface="Cascadia Mono" panose="020B0609020000020004" pitchFamily="49" charset="0"/>
              </a:rPr>
              <a:t>    }</a:t>
            </a:r>
          </a:p>
          <a:p>
            <a:r>
              <a:rPr lang="en-GB" sz="1800" dirty="0">
                <a:solidFill>
                  <a:srgbClr val="000000"/>
                </a:solidFill>
                <a:highlight>
                  <a:srgbClr val="FFFFFF"/>
                </a:highlight>
                <a:latin typeface="Cascadia Mono" panose="020B0609020000020004" pitchFamily="49" charset="0"/>
              </a:rPr>
              <a:t>}</a:t>
            </a:r>
            <a:endParaRPr lang="en-GB" dirty="0"/>
          </a:p>
        </p:txBody>
      </p:sp>
    </p:spTree>
    <p:extLst>
      <p:ext uri="{BB962C8B-B14F-4D97-AF65-F5344CB8AC3E}">
        <p14:creationId xmlns:p14="http://schemas.microsoft.com/office/powerpoint/2010/main" val="228172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E510-34A2-8776-89AB-7628D2EAE642}"/>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700026C2-EB45-7C84-A7C0-7638840E5EE3}"/>
              </a:ext>
            </a:extLst>
          </p:cNvPr>
          <p:cNvSpPr>
            <a:spLocks noGrp="1"/>
          </p:cNvSpPr>
          <p:nvPr>
            <p:ph type="body" sz="quarter" idx="12"/>
          </p:nvPr>
        </p:nvSpPr>
        <p:spPr/>
        <p:txBody>
          <a:bodyPr/>
          <a:lstStyle/>
          <a:p>
            <a:r>
              <a:rPr lang="en-GB" b="1" dirty="0"/>
              <a:t>Common Conditional Options</a:t>
            </a:r>
            <a:endParaRPr lang="en-GB" dirty="0"/>
          </a:p>
        </p:txBody>
      </p:sp>
      <p:sp>
        <p:nvSpPr>
          <p:cNvPr id="4" name="Text Placeholder 3">
            <a:extLst>
              <a:ext uri="{FF2B5EF4-FFF2-40B4-BE49-F238E27FC236}">
                <a16:creationId xmlns:a16="http://schemas.microsoft.com/office/drawing/2014/main" id="{D38E9B31-AB66-CE58-A224-07A926CFB8A0}"/>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branch name (main, develop, feature/*)</a:t>
            </a:r>
          </a:p>
          <a:p>
            <a:pPr marL="342900" indent="-342900">
              <a:lnSpc>
                <a:spcPct val="150000"/>
              </a:lnSpc>
              <a:buSzPts val="1000"/>
              <a:buChar char="•"/>
              <a:tabLst>
                <a:tab pos="457200" algn="l"/>
              </a:tabLst>
            </a:pPr>
            <a:r>
              <a:rPr lang="en-GB" sz="2400" b="1" dirty="0">
                <a:latin typeface="Calibri" panose="020F0502020204030204" pitchFamily="34" charset="0"/>
              </a:rPr>
              <a:t>environment variable (dev, test, prod)</a:t>
            </a:r>
          </a:p>
          <a:p>
            <a:pPr marL="342900" indent="-342900">
              <a:lnSpc>
                <a:spcPct val="150000"/>
              </a:lnSpc>
              <a:buSzPts val="1000"/>
              <a:buChar char="•"/>
              <a:tabLst>
                <a:tab pos="457200" algn="l"/>
              </a:tabLst>
            </a:pPr>
            <a:r>
              <a:rPr lang="en-GB" sz="2400" b="1" dirty="0">
                <a:latin typeface="Calibri" panose="020F0502020204030204" pitchFamily="34" charset="0"/>
              </a:rPr>
              <a:t>pipeline parameters chosen at runtime</a:t>
            </a:r>
          </a:p>
          <a:p>
            <a:pPr marL="342900" indent="-342900">
              <a:lnSpc>
                <a:spcPct val="150000"/>
              </a:lnSpc>
              <a:buSzPts val="1000"/>
              <a:buChar char="•"/>
              <a:tabLst>
                <a:tab pos="457200" algn="l"/>
              </a:tabLst>
            </a:pPr>
            <a:r>
              <a:rPr lang="en-GB" sz="2400" b="1" dirty="0">
                <a:latin typeface="Calibri" panose="020F0502020204030204" pitchFamily="34" charset="0"/>
              </a:rPr>
              <a:t>previous stage results</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05C754AE-21B8-276B-581B-2B5A8D1552C6}"/>
              </a:ext>
            </a:extLst>
          </p:cNvPr>
          <p:cNvSpPr>
            <a:spLocks noGrp="1"/>
          </p:cNvSpPr>
          <p:nvPr>
            <p:ph type="sldNum" sz="quarter" idx="4"/>
          </p:nvPr>
        </p:nvSpPr>
        <p:spPr/>
        <p:txBody>
          <a:bodyPr/>
          <a:lstStyle/>
          <a:p>
            <a:fld id="{EF892D59-8F09-EF4B-AD6D-DA609442F868}" type="slidenum">
              <a:rPr lang="en-GB" smtClean="0"/>
              <a:pPr/>
              <a:t>11</a:t>
            </a:fld>
            <a:endParaRPr lang="en-GB"/>
          </a:p>
        </p:txBody>
      </p:sp>
      <p:sp>
        <p:nvSpPr>
          <p:cNvPr id="3" name="TextBox 2">
            <a:extLst>
              <a:ext uri="{FF2B5EF4-FFF2-40B4-BE49-F238E27FC236}">
                <a16:creationId xmlns:a16="http://schemas.microsoft.com/office/drawing/2014/main" id="{F847B02B-0B3F-4800-2803-4A1B83813094}"/>
              </a:ext>
            </a:extLst>
          </p:cNvPr>
          <p:cNvSpPr txBox="1"/>
          <p:nvPr/>
        </p:nvSpPr>
        <p:spPr>
          <a:xfrm>
            <a:off x="70127" y="3948548"/>
            <a:ext cx="6402391" cy="2585323"/>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00"/>
                </a:solidFill>
                <a:highlight>
                  <a:srgbClr val="FFFFFF"/>
                </a:highlight>
                <a:latin typeface="Cascadia Mono" panose="020B0609020000020004" pitchFamily="49" charset="0"/>
              </a:rPr>
              <a:t>stage(</a:t>
            </a:r>
            <a:r>
              <a:rPr lang="en-GB" sz="1800" b="1" dirty="0">
                <a:solidFill>
                  <a:srgbClr val="A31515"/>
                </a:solidFill>
                <a:highlight>
                  <a:srgbClr val="FFFFFF"/>
                </a:highlight>
                <a:latin typeface="Cascadia Mono" panose="020B0609020000020004" pitchFamily="49" charset="0"/>
              </a:rPr>
              <a:t>'Deploy'</a:t>
            </a:r>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when {</a:t>
            </a:r>
          </a:p>
          <a:p>
            <a:r>
              <a:rPr lang="en-GB" sz="1800" b="1" dirty="0">
                <a:solidFill>
                  <a:srgbClr val="000000"/>
                </a:solidFill>
                <a:highlight>
                  <a:srgbClr val="FFFFFF"/>
                </a:highlight>
                <a:latin typeface="Cascadia Mono" panose="020B0609020000020004" pitchFamily="49" charset="0"/>
              </a:rPr>
              <a:t>        environment name: </a:t>
            </a:r>
            <a:r>
              <a:rPr lang="en-GB" sz="1800" b="1" dirty="0">
                <a:solidFill>
                  <a:srgbClr val="A31515"/>
                </a:solidFill>
                <a:highlight>
                  <a:srgbClr val="FFFFFF"/>
                </a:highlight>
                <a:latin typeface="Cascadia Mono" panose="020B0609020000020004" pitchFamily="49" charset="0"/>
              </a:rPr>
              <a:t>'ENV'</a:t>
            </a:r>
            <a:r>
              <a:rPr lang="en-GB" sz="1800" b="1" dirty="0">
                <a:solidFill>
                  <a:srgbClr val="000000"/>
                </a:solidFill>
                <a:highlight>
                  <a:srgbClr val="FFFFFF"/>
                </a:highlight>
                <a:latin typeface="Cascadia Mono" panose="020B0609020000020004" pitchFamily="49" charset="0"/>
              </a:rPr>
              <a:t>, value: </a:t>
            </a:r>
            <a:r>
              <a:rPr lang="en-GB" sz="1800" b="1" dirty="0">
                <a:solidFill>
                  <a:srgbClr val="A31515"/>
                </a:solidFill>
                <a:highlight>
                  <a:srgbClr val="FFFFFF"/>
                </a:highlight>
                <a:latin typeface="Cascadia Mono" panose="020B0609020000020004" pitchFamily="49" charset="0"/>
              </a:rPr>
              <a:t>'prod'</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    steps {</a:t>
            </a:r>
          </a:p>
          <a:p>
            <a:r>
              <a:rPr lang="en-GB" sz="1800" b="1" dirty="0">
                <a:solidFill>
                  <a:srgbClr val="000000"/>
                </a:solidFill>
                <a:highlight>
                  <a:srgbClr val="FFFFFF"/>
                </a:highlight>
                <a:latin typeface="Cascadia Mono" panose="020B0609020000020004" pitchFamily="49" charset="0"/>
              </a:rPr>
              <a:t>        echo </a:t>
            </a:r>
            <a:r>
              <a:rPr lang="en-GB" sz="1800" b="1" dirty="0">
                <a:solidFill>
                  <a:srgbClr val="A31515"/>
                </a:solidFill>
                <a:highlight>
                  <a:srgbClr val="FFFFFF"/>
                </a:highlight>
                <a:latin typeface="Cascadia Mono" panose="020B0609020000020004" pitchFamily="49" charset="0"/>
              </a:rPr>
              <a:t>'Deploying to production'</a:t>
            </a:r>
            <a:endParaRPr lang="en-GB" sz="1800" b="1" dirty="0">
              <a:solidFill>
                <a:srgbClr val="000000"/>
              </a:solidFill>
              <a:highlight>
                <a:srgbClr val="FFFFFF"/>
              </a:highlight>
              <a:latin typeface="Cascadia Mono" panose="020B0609020000020004" pitchFamily="49" charset="0"/>
            </a:endParaRPr>
          </a:p>
          <a:p>
            <a:r>
              <a:rPr lang="en-GB" sz="1800" b="1" dirty="0">
                <a:solidFill>
                  <a:srgbClr val="000000"/>
                </a:solidFill>
                <a:highlight>
                  <a:srgbClr val="FFFFFF"/>
                </a:highlight>
                <a:latin typeface="Cascadia Mono" panose="020B0609020000020004" pitchFamily="49" charset="0"/>
              </a:rPr>
              <a:t>    }</a:t>
            </a:r>
          </a:p>
          <a:p>
            <a:r>
              <a:rPr lang="en-GB" sz="1800" b="1" dirty="0">
                <a:solidFill>
                  <a:srgbClr val="000000"/>
                </a:solidFill>
                <a:highlight>
                  <a:srgbClr val="FFFFFF"/>
                </a:highlight>
                <a:latin typeface="Cascadia Mono" panose="020B0609020000020004" pitchFamily="49" charset="0"/>
              </a:rPr>
              <a:t>}</a:t>
            </a:r>
          </a:p>
          <a:p>
            <a:endParaRPr lang="en-GB" sz="1800" b="1" dirty="0">
              <a:solidFill>
                <a:srgbClr val="000000"/>
              </a:solidFill>
              <a:highlight>
                <a:srgbClr val="FFFFFF"/>
              </a:highlight>
              <a:latin typeface="Cascadia Mono" panose="020B0609020000020004" pitchFamily="49" charset="0"/>
            </a:endParaRPr>
          </a:p>
        </p:txBody>
      </p:sp>
      <p:sp>
        <p:nvSpPr>
          <p:cNvPr id="6" name="TextBox 5">
            <a:extLst>
              <a:ext uri="{FF2B5EF4-FFF2-40B4-BE49-F238E27FC236}">
                <a16:creationId xmlns:a16="http://schemas.microsoft.com/office/drawing/2014/main" id="{1879F0BE-018F-0B97-FB82-F917905AE6D9}"/>
              </a:ext>
            </a:extLst>
          </p:cNvPr>
          <p:cNvSpPr txBox="1"/>
          <p:nvPr/>
        </p:nvSpPr>
        <p:spPr>
          <a:xfrm>
            <a:off x="6544237" y="3948548"/>
            <a:ext cx="5576047" cy="2308324"/>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dirty="0">
                <a:solidFill>
                  <a:srgbClr val="000000"/>
                </a:solidFill>
                <a:highlight>
                  <a:srgbClr val="FFFFFF"/>
                </a:highlight>
                <a:latin typeface="Cascadia Mono" panose="020B0609020000020004" pitchFamily="49" charset="0"/>
              </a:rPr>
              <a:t>stage(</a:t>
            </a:r>
            <a:r>
              <a:rPr lang="en-GB" sz="1800" dirty="0">
                <a:solidFill>
                  <a:srgbClr val="A31515"/>
                </a:solidFill>
                <a:highlight>
                  <a:srgbClr val="FFFFFF"/>
                </a:highlight>
                <a:latin typeface="Cascadia Mono" panose="020B0609020000020004" pitchFamily="49" charset="0"/>
              </a:rPr>
              <a:t>'Deploy'</a:t>
            </a:r>
            <a:r>
              <a:rPr lang="en-GB" sz="1800" dirty="0">
                <a:solidFill>
                  <a:srgbClr val="000000"/>
                </a:solidFill>
                <a:highlight>
                  <a:srgbClr val="FFFFFF"/>
                </a:highlight>
                <a:latin typeface="Cascadia Mono" panose="020B0609020000020004" pitchFamily="49" charset="0"/>
              </a:rPr>
              <a:t>) {</a:t>
            </a:r>
          </a:p>
          <a:p>
            <a:r>
              <a:rPr lang="en-GB" sz="1800" dirty="0">
                <a:solidFill>
                  <a:srgbClr val="000000"/>
                </a:solidFill>
                <a:highlight>
                  <a:srgbClr val="FFFFFF"/>
                </a:highlight>
                <a:latin typeface="Cascadia Mono" panose="020B0609020000020004" pitchFamily="49" charset="0"/>
              </a:rPr>
              <a:t>            when {</a:t>
            </a:r>
          </a:p>
          <a:p>
            <a:r>
              <a:rPr lang="en-GB" sz="1800" dirty="0">
                <a:solidFill>
                  <a:srgbClr val="000000"/>
                </a:solidFill>
                <a:highlight>
                  <a:srgbClr val="FFFFFF"/>
                </a:highlight>
                <a:latin typeface="Cascadia Mono" panose="020B0609020000020004" pitchFamily="49" charset="0"/>
              </a:rPr>
              <a:t>                branch </a:t>
            </a:r>
            <a:r>
              <a:rPr lang="en-GB" sz="1800" dirty="0">
                <a:solidFill>
                  <a:srgbClr val="A31515"/>
                </a:solidFill>
                <a:highlight>
                  <a:srgbClr val="FFFFFF"/>
                </a:highlight>
                <a:latin typeface="Cascadia Mono" panose="020B0609020000020004" pitchFamily="49" charset="0"/>
              </a:rPr>
              <a:t>'main'</a:t>
            </a:r>
            <a:endParaRPr lang="en-GB" sz="1800" dirty="0">
              <a:solidFill>
                <a:srgbClr val="000000"/>
              </a:solidFill>
              <a:highlight>
                <a:srgbClr val="FFFFFF"/>
              </a:highlight>
              <a:latin typeface="Cascadia Mono" panose="020B0609020000020004" pitchFamily="49" charset="0"/>
            </a:endParaRPr>
          </a:p>
          <a:p>
            <a:r>
              <a:rPr lang="en-GB" sz="1800" dirty="0">
                <a:solidFill>
                  <a:srgbClr val="000000"/>
                </a:solidFill>
                <a:highlight>
                  <a:srgbClr val="FFFFFF"/>
                </a:highlight>
                <a:latin typeface="Cascadia Mono" panose="020B0609020000020004" pitchFamily="49" charset="0"/>
              </a:rPr>
              <a:t>    }</a:t>
            </a:r>
          </a:p>
          <a:p>
            <a:r>
              <a:rPr lang="en-GB" sz="1800" dirty="0">
                <a:solidFill>
                  <a:srgbClr val="000000"/>
                </a:solidFill>
                <a:highlight>
                  <a:srgbClr val="FFFFFF"/>
                </a:highlight>
                <a:latin typeface="Cascadia Mono" panose="020B0609020000020004" pitchFamily="49" charset="0"/>
              </a:rPr>
              <a:t>            steps {</a:t>
            </a:r>
          </a:p>
          <a:p>
            <a:r>
              <a:rPr lang="en-GB" sz="1800" dirty="0">
                <a:solidFill>
                  <a:srgbClr val="000000"/>
                </a:solidFill>
                <a:highlight>
                  <a:srgbClr val="FFFFFF"/>
                </a:highlight>
                <a:latin typeface="Cascadia Mono" panose="020B0609020000020004" pitchFamily="49" charset="0"/>
              </a:rPr>
              <a:t>                echo </a:t>
            </a:r>
            <a:r>
              <a:rPr lang="en-GB" sz="1800" dirty="0">
                <a:solidFill>
                  <a:srgbClr val="A31515"/>
                </a:solidFill>
                <a:highlight>
                  <a:srgbClr val="FFFFFF"/>
                </a:highlight>
                <a:latin typeface="Cascadia Mono" panose="020B0609020000020004" pitchFamily="49" charset="0"/>
              </a:rPr>
              <a:t>'Deploying to prod'</a:t>
            </a:r>
            <a:endParaRPr lang="en-GB" sz="1800" dirty="0">
              <a:solidFill>
                <a:srgbClr val="000000"/>
              </a:solidFill>
              <a:highlight>
                <a:srgbClr val="FFFFFF"/>
              </a:highlight>
              <a:latin typeface="Cascadia Mono" panose="020B0609020000020004" pitchFamily="49" charset="0"/>
            </a:endParaRPr>
          </a:p>
          <a:p>
            <a:r>
              <a:rPr lang="en-GB" sz="1800" dirty="0">
                <a:solidFill>
                  <a:srgbClr val="000000"/>
                </a:solidFill>
                <a:highlight>
                  <a:srgbClr val="FFFFFF"/>
                </a:highlight>
                <a:latin typeface="Cascadia Mono" panose="020B0609020000020004" pitchFamily="49" charset="0"/>
              </a:rPr>
              <a:t>    }</a:t>
            </a:r>
          </a:p>
          <a:p>
            <a:r>
              <a:rPr lang="en-GB" sz="1800" dirty="0">
                <a:solidFill>
                  <a:srgbClr val="000000"/>
                </a:solidFill>
                <a:highlight>
                  <a:srgbClr val="FFFFFF"/>
                </a:highlight>
                <a:latin typeface="Cascadia Mono" panose="020B0609020000020004" pitchFamily="49" charset="0"/>
              </a:rPr>
              <a:t>}</a:t>
            </a:r>
            <a:endParaRPr lang="en-GB" dirty="0"/>
          </a:p>
        </p:txBody>
      </p:sp>
    </p:spTree>
    <p:extLst>
      <p:ext uri="{BB962C8B-B14F-4D97-AF65-F5344CB8AC3E}">
        <p14:creationId xmlns:p14="http://schemas.microsoft.com/office/powerpoint/2010/main" val="21676170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DEE3E-B5FB-8BDA-EB6D-21442938B13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40DABE05-0AB0-F343-CB8C-C8A50EB5F6D2}"/>
              </a:ext>
            </a:extLst>
          </p:cNvPr>
          <p:cNvSpPr>
            <a:spLocks noGrp="1"/>
          </p:cNvSpPr>
          <p:nvPr>
            <p:ph type="body" sz="quarter" idx="12"/>
          </p:nvPr>
        </p:nvSpPr>
        <p:spPr/>
        <p:txBody>
          <a:bodyPr/>
          <a:lstStyle/>
          <a:p>
            <a:r>
              <a:rPr lang="en-GB" b="1" dirty="0"/>
              <a:t>Manual Approvals</a:t>
            </a:r>
            <a:endParaRPr lang="en-GB" dirty="0"/>
          </a:p>
        </p:txBody>
      </p:sp>
      <p:sp>
        <p:nvSpPr>
          <p:cNvPr id="4" name="Text Placeholder 3">
            <a:extLst>
              <a:ext uri="{FF2B5EF4-FFF2-40B4-BE49-F238E27FC236}">
                <a16:creationId xmlns:a16="http://schemas.microsoft.com/office/drawing/2014/main" id="{4E33E9EA-3886-D0A1-5BFE-82EE9D2EAF1B}"/>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sz="2400" b="1" dirty="0">
                <a:latin typeface="Calibri" panose="020F0502020204030204" pitchFamily="34" charset="0"/>
              </a:rPr>
              <a:t>Pause the pipeline at critical points</a:t>
            </a:r>
            <a:br>
              <a:rPr lang="en-GB" sz="2400" b="1" dirty="0">
                <a:latin typeface="Calibri" panose="020F0502020204030204" pitchFamily="34" charset="0"/>
              </a:rPr>
            </a:b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Require human confirmation </a:t>
            </a:r>
            <a:br>
              <a:rPr lang="en-GB" sz="2400" b="1" dirty="0">
                <a:latin typeface="Calibri" panose="020F0502020204030204" pitchFamily="34" charset="0"/>
              </a:rPr>
            </a:br>
            <a:r>
              <a:rPr lang="en-GB" sz="2400" b="1" dirty="0">
                <a:latin typeface="Calibri" panose="020F0502020204030204" pitchFamily="34" charset="0"/>
              </a:rPr>
              <a:t>before proceeding</a:t>
            </a:r>
          </a:p>
          <a:p>
            <a:pPr marL="342900" indent="-342900">
              <a:buSzPts val="1000"/>
              <a:buChar char="•"/>
              <a:tabLst>
                <a:tab pos="457200" algn="l"/>
              </a:tabLst>
            </a:pPr>
            <a:endParaRPr lang="en-GB" sz="2400" b="1" dirty="0">
              <a:latin typeface="Calibri" panose="020F0502020204030204" pitchFamily="34" charset="0"/>
            </a:endParaRPr>
          </a:p>
          <a:p>
            <a:pPr marL="342900" indent="-342900">
              <a:buSzPts val="1000"/>
              <a:buChar char="•"/>
              <a:tabLst>
                <a:tab pos="457200" algn="l"/>
              </a:tabLst>
            </a:pPr>
            <a:r>
              <a:rPr lang="en-GB" sz="2400" b="1" dirty="0">
                <a:latin typeface="Calibri" panose="020F0502020204030204" pitchFamily="34" charset="0"/>
              </a:rPr>
              <a:t>Typically used before deploying </a:t>
            </a:r>
            <a:br>
              <a:rPr lang="en-GB" sz="2400" b="1" dirty="0">
                <a:latin typeface="Calibri" panose="020F0502020204030204" pitchFamily="34" charset="0"/>
              </a:rPr>
            </a:br>
            <a:r>
              <a:rPr lang="en-GB" sz="2400" b="1" dirty="0">
                <a:latin typeface="Calibri" panose="020F0502020204030204" pitchFamily="34" charset="0"/>
              </a:rPr>
              <a:t>to production</a:t>
            </a:r>
          </a:p>
          <a:p>
            <a:pPr marL="342900" indent="-342900">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05591091-C343-8F45-3A82-2DB9CB4E1FBC}"/>
              </a:ext>
            </a:extLst>
          </p:cNvPr>
          <p:cNvSpPr>
            <a:spLocks noGrp="1"/>
          </p:cNvSpPr>
          <p:nvPr>
            <p:ph type="sldNum" sz="quarter" idx="4"/>
          </p:nvPr>
        </p:nvSpPr>
        <p:spPr/>
        <p:txBody>
          <a:bodyPr/>
          <a:lstStyle/>
          <a:p>
            <a:fld id="{EF892D59-8F09-EF4B-AD6D-DA609442F868}" type="slidenum">
              <a:rPr lang="en-GB" smtClean="0"/>
              <a:pPr/>
              <a:t>12</a:t>
            </a:fld>
            <a:endParaRPr lang="en-GB"/>
          </a:p>
        </p:txBody>
      </p:sp>
      <p:sp>
        <p:nvSpPr>
          <p:cNvPr id="6" name="TextBox 5">
            <a:extLst>
              <a:ext uri="{FF2B5EF4-FFF2-40B4-BE49-F238E27FC236}">
                <a16:creationId xmlns:a16="http://schemas.microsoft.com/office/drawing/2014/main" id="{831BD6C7-1601-02F1-D5A1-C484691F96EF}"/>
              </a:ext>
            </a:extLst>
          </p:cNvPr>
          <p:cNvSpPr txBox="1"/>
          <p:nvPr/>
        </p:nvSpPr>
        <p:spPr>
          <a:xfrm>
            <a:off x="5988706" y="674492"/>
            <a:ext cx="6096000" cy="6124754"/>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00"/>
                </a:solidFill>
                <a:highlight>
                  <a:srgbClr val="FFFFFF"/>
                </a:highlight>
                <a:latin typeface="Cascadia Mono" panose="020B0609020000020004" pitchFamily="49" charset="0"/>
              </a:rPr>
              <a:t>pipeline {</a:t>
            </a:r>
          </a:p>
          <a:p>
            <a:r>
              <a:rPr lang="en-GB" sz="1400" b="1" dirty="0">
                <a:solidFill>
                  <a:srgbClr val="000000"/>
                </a:solidFill>
                <a:highlight>
                  <a:srgbClr val="FFFFFF"/>
                </a:highlight>
                <a:latin typeface="Cascadia Mono" panose="020B0609020000020004" pitchFamily="49" charset="0"/>
              </a:rPr>
              <a:t>    agent any</a:t>
            </a:r>
          </a:p>
          <a:p>
            <a:r>
              <a:rPr lang="en-GB" sz="1400" b="1" dirty="0">
                <a:solidFill>
                  <a:srgbClr val="000000"/>
                </a:solidFill>
                <a:highlight>
                  <a:srgbClr val="FFFFFF"/>
                </a:highlight>
                <a:latin typeface="Cascadia Mono" panose="020B0609020000020004" pitchFamily="49" charset="0"/>
              </a:rPr>
              <a:t>    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'Testing'</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'Approve Production 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input message: </a:t>
            </a:r>
            <a:r>
              <a:rPr lang="en-GB" sz="1400" b="1" dirty="0">
                <a:solidFill>
                  <a:srgbClr val="A31515"/>
                </a:solidFill>
                <a:highlight>
                  <a:srgbClr val="FFFFFF"/>
                </a:highlight>
                <a:latin typeface="Cascadia Mono" panose="020B0609020000020004" pitchFamily="49" charset="0"/>
              </a:rPr>
              <a:t>'Deploy to production?'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to production'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41790883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A02177-C59D-71C3-2B01-E43752D41FBB}"/>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670CC44C-2E3D-BB81-D81E-8FFC1A7611E1}"/>
              </a:ext>
            </a:extLst>
          </p:cNvPr>
          <p:cNvSpPr>
            <a:spLocks noGrp="1"/>
          </p:cNvSpPr>
          <p:nvPr>
            <p:ph type="body" sz="quarter" idx="12"/>
          </p:nvPr>
        </p:nvSpPr>
        <p:spPr/>
        <p:txBody>
          <a:bodyPr/>
          <a:lstStyle/>
          <a:p>
            <a:r>
              <a:rPr lang="en-GB" b="1" dirty="0"/>
              <a:t>Pipeline Parameters</a:t>
            </a:r>
            <a:endParaRPr lang="en-GB" dirty="0"/>
          </a:p>
        </p:txBody>
      </p:sp>
      <p:sp>
        <p:nvSpPr>
          <p:cNvPr id="4" name="Text Placeholder 3">
            <a:extLst>
              <a:ext uri="{FF2B5EF4-FFF2-40B4-BE49-F238E27FC236}">
                <a16:creationId xmlns:a16="http://schemas.microsoft.com/office/drawing/2014/main" id="{1E1391E8-C67A-3DE7-CFA7-18E022C0FEC1}"/>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sz="2000" b="1" dirty="0">
                <a:latin typeface="Calibri" panose="020F0502020204030204" pitchFamily="34" charset="0"/>
              </a:rPr>
              <a:t>Accept input from users at runtime</a:t>
            </a:r>
          </a:p>
          <a:p>
            <a:pPr marL="342900" indent="-342900">
              <a:buSzPts val="1000"/>
              <a:buChar char="•"/>
              <a:tabLst>
                <a:tab pos="457200" algn="l"/>
              </a:tabLst>
            </a:pPr>
            <a:r>
              <a:rPr lang="en-GB" sz="2000" b="1" dirty="0">
                <a:latin typeface="Calibri" panose="020F0502020204030204" pitchFamily="34" charset="0"/>
              </a:rPr>
              <a:t>Examples: environment, version number, feature flags</a:t>
            </a:r>
          </a:p>
          <a:p>
            <a:pPr marL="342900" indent="-342900">
              <a:buSzPts val="1000"/>
              <a:buChar char="•"/>
              <a:tabLst>
                <a:tab pos="457200" algn="l"/>
              </a:tabLst>
            </a:pPr>
            <a:r>
              <a:rPr lang="en-GB" sz="2000" b="1" dirty="0">
                <a:latin typeface="Calibri" panose="020F0502020204030204" pitchFamily="34" charset="0"/>
              </a:rPr>
              <a:t>Avoid duplicating jobs for different scenarios</a:t>
            </a:r>
          </a:p>
          <a:p>
            <a:pPr marL="342900" indent="-342900">
              <a:buSzPts val="1000"/>
              <a:buChar char="•"/>
              <a:tabLst>
                <a:tab pos="457200" algn="l"/>
              </a:tabLst>
            </a:pPr>
            <a:endParaRPr lang="en-GB" sz="20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30EB30D0-CB02-DD7A-8C9A-826B05ECE0FD}"/>
              </a:ext>
            </a:extLst>
          </p:cNvPr>
          <p:cNvSpPr>
            <a:spLocks noGrp="1"/>
          </p:cNvSpPr>
          <p:nvPr>
            <p:ph type="sldNum" sz="quarter" idx="4"/>
          </p:nvPr>
        </p:nvSpPr>
        <p:spPr/>
        <p:txBody>
          <a:bodyPr/>
          <a:lstStyle/>
          <a:p>
            <a:fld id="{EF892D59-8F09-EF4B-AD6D-DA609442F868}" type="slidenum">
              <a:rPr lang="en-GB" smtClean="0"/>
              <a:pPr/>
              <a:t>13</a:t>
            </a:fld>
            <a:endParaRPr lang="en-GB"/>
          </a:p>
        </p:txBody>
      </p:sp>
      <p:sp>
        <p:nvSpPr>
          <p:cNvPr id="6" name="TextBox 5">
            <a:extLst>
              <a:ext uri="{FF2B5EF4-FFF2-40B4-BE49-F238E27FC236}">
                <a16:creationId xmlns:a16="http://schemas.microsoft.com/office/drawing/2014/main" id="{31BB5FBD-8E45-B262-45A6-7A35D89C3B2A}"/>
              </a:ext>
            </a:extLst>
          </p:cNvPr>
          <p:cNvSpPr txBox="1"/>
          <p:nvPr/>
        </p:nvSpPr>
        <p:spPr>
          <a:xfrm>
            <a:off x="414791" y="2590997"/>
            <a:ext cx="5384430" cy="4185761"/>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00"/>
                </a:solidFill>
                <a:highlight>
                  <a:srgbClr val="FFFFFF"/>
                </a:highlight>
                <a:latin typeface="Cascadia Mono" panose="020B0609020000020004" pitchFamily="49" charset="0"/>
              </a:rPr>
              <a:t>pipeline {</a:t>
            </a:r>
          </a:p>
          <a:p>
            <a:r>
              <a:rPr lang="en-GB" sz="1400" b="1" dirty="0">
                <a:solidFill>
                  <a:srgbClr val="000000"/>
                </a:solidFill>
                <a:highlight>
                  <a:srgbClr val="FFFFFF"/>
                </a:highlight>
                <a:latin typeface="Cascadia Mono" panose="020B0609020000020004" pitchFamily="49" charset="0"/>
              </a:rPr>
              <a:t>    agent any</a:t>
            </a:r>
          </a:p>
          <a:p>
            <a:r>
              <a:rPr lang="en-GB" sz="1400" b="1" dirty="0">
                <a:solidFill>
                  <a:srgbClr val="000000"/>
                </a:solidFill>
                <a:highlight>
                  <a:srgbClr val="FFFFFF"/>
                </a:highlight>
                <a:latin typeface="Cascadia Mono" panose="020B0609020000020004" pitchFamily="49" charset="0"/>
              </a:rPr>
              <a:t>    parameters {</a:t>
            </a:r>
          </a:p>
          <a:p>
            <a:r>
              <a:rPr lang="en-GB" sz="1400" b="1" dirty="0">
                <a:solidFill>
                  <a:srgbClr val="000000"/>
                </a:solidFill>
                <a:highlight>
                  <a:srgbClr val="FFFFFF"/>
                </a:highlight>
                <a:latin typeface="Cascadia Mono" panose="020B0609020000020004" pitchFamily="49" charset="0"/>
              </a:rPr>
              <a:t>        choice(</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'ENV'</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choices: [</a:t>
            </a:r>
            <a:r>
              <a:rPr lang="en-GB" sz="1400" b="1" dirty="0">
                <a:solidFill>
                  <a:srgbClr val="A31515"/>
                </a:solidFill>
                <a:highlight>
                  <a:srgbClr val="FFFFFF"/>
                </a:highlight>
                <a:latin typeface="Cascadia Mono" panose="020B0609020000020004" pitchFamily="49" charset="0"/>
              </a:rPr>
              <a:t>'dev'</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'prod'</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'Target environment'</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string(</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'VERSION'</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defaultValue</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'1.0.0'</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'Application version'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booleanParam</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'RUN_EXTRA_TESTS'</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defaultValue</a:t>
            </a:r>
            <a:r>
              <a:rPr lang="en-GB" sz="1400" b="1" dirty="0">
                <a:solidFill>
                  <a:srgbClr val="000000"/>
                </a:solidFill>
                <a:highlight>
                  <a:srgbClr val="FFFFFF"/>
                </a:highlight>
                <a:latin typeface="Cascadia Mono" panose="020B0609020000020004" pitchFamily="49" charset="0"/>
              </a:rPr>
              <a:t>: </a:t>
            </a:r>
            <a:r>
              <a:rPr lang="en-GB" sz="1400" b="1" dirty="0">
                <a:solidFill>
                  <a:srgbClr val="0000FF"/>
                </a:solidFill>
                <a:highlight>
                  <a:srgbClr val="FFFFFF"/>
                </a:highlight>
                <a:latin typeface="Cascadia Mono" panose="020B0609020000020004" pitchFamily="49" charset="0"/>
              </a:rPr>
              <a:t>false</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'Enable extra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p:txBody>
      </p:sp>
      <p:sp>
        <p:nvSpPr>
          <p:cNvPr id="7" name="TextBox 6">
            <a:extLst>
              <a:ext uri="{FF2B5EF4-FFF2-40B4-BE49-F238E27FC236}">
                <a16:creationId xmlns:a16="http://schemas.microsoft.com/office/drawing/2014/main" id="{B850E4C0-000E-E907-D597-BDC6514FD448}"/>
              </a:ext>
            </a:extLst>
          </p:cNvPr>
          <p:cNvSpPr txBox="1"/>
          <p:nvPr/>
        </p:nvSpPr>
        <p:spPr>
          <a:xfrm>
            <a:off x="5931635" y="2575372"/>
            <a:ext cx="5849807" cy="4185761"/>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00"/>
                </a:solidFill>
                <a:highlight>
                  <a:srgbClr val="FFFFFF"/>
                </a:highlight>
                <a:latin typeface="Cascadia Mono" panose="020B0609020000020004" pitchFamily="49" charset="0"/>
              </a:rPr>
              <a:t>stages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'Build'</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"Building version ${VERSION}"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"Running tests in ${ENV}"</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stage(</a:t>
            </a:r>
            <a:r>
              <a:rPr lang="en-GB" sz="1400" b="1" dirty="0">
                <a:solidFill>
                  <a:srgbClr val="A31515"/>
                </a:solidFill>
                <a:highlight>
                  <a:srgbClr val="FFFFFF"/>
                </a:highlight>
                <a:latin typeface="Cascadia Mono" panose="020B0609020000020004" pitchFamily="49" charset="0"/>
              </a:rPr>
              <a:t>'Deploy'</a:t>
            </a:r>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steps {</a:t>
            </a:r>
          </a:p>
          <a:p>
            <a:r>
              <a:rPr lang="en-GB" sz="1400" b="1" dirty="0">
                <a:solidFill>
                  <a:srgbClr val="000000"/>
                </a:solidFill>
                <a:highlight>
                  <a:srgbClr val="FFFFFF"/>
                </a:highlight>
                <a:latin typeface="Cascadia Mono" panose="020B0609020000020004" pitchFamily="49" charset="0"/>
              </a:rPr>
              <a:t>                echo </a:t>
            </a:r>
            <a:r>
              <a:rPr lang="en-GB" sz="1400" b="1" dirty="0">
                <a:solidFill>
                  <a:srgbClr val="A31515"/>
                </a:solidFill>
                <a:highlight>
                  <a:srgbClr val="FFFFFF"/>
                </a:highlight>
                <a:latin typeface="Cascadia Mono" panose="020B0609020000020004" pitchFamily="49" charset="0"/>
              </a:rPr>
              <a:t>"Deploying ${VERSION} to ${ENV}"</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a:t>
            </a:r>
          </a:p>
        </p:txBody>
      </p:sp>
    </p:spTree>
    <p:extLst>
      <p:ext uri="{BB962C8B-B14F-4D97-AF65-F5344CB8AC3E}">
        <p14:creationId xmlns:p14="http://schemas.microsoft.com/office/powerpoint/2010/main" val="4055769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EC7D-8D1F-2921-8061-4005AB8B8EB3}"/>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789E755-59DE-026D-DCB0-713BE3E3C629}"/>
              </a:ext>
            </a:extLst>
          </p:cNvPr>
          <p:cNvSpPr>
            <a:spLocks noGrp="1"/>
          </p:cNvSpPr>
          <p:nvPr>
            <p:ph type="body" sz="quarter" idx="12"/>
          </p:nvPr>
        </p:nvSpPr>
        <p:spPr/>
        <p:txBody>
          <a:bodyPr/>
          <a:lstStyle/>
          <a:p>
            <a:r>
              <a:rPr lang="en-GB" b="1" dirty="0"/>
              <a:t>Common Parameter Types</a:t>
            </a:r>
            <a:endParaRPr lang="en-GB" dirty="0"/>
          </a:p>
        </p:txBody>
      </p:sp>
      <p:sp>
        <p:nvSpPr>
          <p:cNvPr id="4" name="Text Placeholder 3">
            <a:extLst>
              <a:ext uri="{FF2B5EF4-FFF2-40B4-BE49-F238E27FC236}">
                <a16:creationId xmlns:a16="http://schemas.microsoft.com/office/drawing/2014/main" id="{1902EAF1-05E3-CEC8-A27D-4BAE6A2883CD}"/>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String: free-form text input</a:t>
            </a:r>
          </a:p>
          <a:p>
            <a:pPr marL="342900" indent="-342900">
              <a:lnSpc>
                <a:spcPct val="150000"/>
              </a:lnSpc>
              <a:buSzPts val="1000"/>
              <a:buChar char="•"/>
              <a:tabLst>
                <a:tab pos="457200" algn="l"/>
              </a:tabLst>
            </a:pPr>
            <a:r>
              <a:rPr lang="en-GB" sz="2400" b="1" dirty="0">
                <a:latin typeface="Calibri" panose="020F0502020204030204" pitchFamily="34" charset="0"/>
              </a:rPr>
              <a:t>Choice: dropdown selection</a:t>
            </a:r>
          </a:p>
          <a:p>
            <a:pPr marL="342900" indent="-342900">
              <a:lnSpc>
                <a:spcPct val="150000"/>
              </a:lnSpc>
              <a:buSzPts val="1000"/>
              <a:buChar char="•"/>
              <a:tabLst>
                <a:tab pos="457200" algn="l"/>
              </a:tabLst>
            </a:pPr>
            <a:r>
              <a:rPr lang="en-GB" sz="2400" b="1" dirty="0">
                <a:latin typeface="Calibri" panose="020F0502020204030204" pitchFamily="34" charset="0"/>
              </a:rPr>
              <a:t>Boolean: true/false switch</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0205F441-B331-B2B0-0CF5-8D66980DDF26}"/>
              </a:ext>
            </a:extLst>
          </p:cNvPr>
          <p:cNvSpPr>
            <a:spLocks noGrp="1"/>
          </p:cNvSpPr>
          <p:nvPr>
            <p:ph type="sldNum" sz="quarter" idx="4"/>
          </p:nvPr>
        </p:nvSpPr>
        <p:spPr/>
        <p:txBody>
          <a:bodyPr/>
          <a:lstStyle/>
          <a:p>
            <a:fld id="{EF892D59-8F09-EF4B-AD6D-DA609442F868}" type="slidenum">
              <a:rPr lang="en-GB" smtClean="0"/>
              <a:pPr/>
              <a:t>14</a:t>
            </a:fld>
            <a:endParaRPr lang="en-GB"/>
          </a:p>
        </p:txBody>
      </p:sp>
      <p:sp>
        <p:nvSpPr>
          <p:cNvPr id="3" name="TextBox 2">
            <a:extLst>
              <a:ext uri="{FF2B5EF4-FFF2-40B4-BE49-F238E27FC236}">
                <a16:creationId xmlns:a16="http://schemas.microsoft.com/office/drawing/2014/main" id="{2AA22C7A-308E-4586-06EB-9D5AD259678A}"/>
              </a:ext>
            </a:extLst>
          </p:cNvPr>
          <p:cNvSpPr txBox="1"/>
          <p:nvPr/>
        </p:nvSpPr>
        <p:spPr>
          <a:xfrm>
            <a:off x="5564307" y="1989418"/>
            <a:ext cx="5384430" cy="4185761"/>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00"/>
                </a:solidFill>
                <a:highlight>
                  <a:srgbClr val="FFFFFF"/>
                </a:highlight>
                <a:latin typeface="Cascadia Mono" panose="020B0609020000020004" pitchFamily="49" charset="0"/>
              </a:rPr>
              <a:t>pipeline {</a:t>
            </a:r>
          </a:p>
          <a:p>
            <a:r>
              <a:rPr lang="en-GB" sz="1400" b="1" dirty="0">
                <a:solidFill>
                  <a:srgbClr val="000000"/>
                </a:solidFill>
                <a:highlight>
                  <a:srgbClr val="FFFFFF"/>
                </a:highlight>
                <a:latin typeface="Cascadia Mono" panose="020B0609020000020004" pitchFamily="49" charset="0"/>
              </a:rPr>
              <a:t>    agent any</a:t>
            </a:r>
          </a:p>
          <a:p>
            <a:r>
              <a:rPr lang="en-GB" sz="1400" b="1" dirty="0">
                <a:solidFill>
                  <a:srgbClr val="000000"/>
                </a:solidFill>
                <a:highlight>
                  <a:srgbClr val="FFFFFF"/>
                </a:highlight>
                <a:latin typeface="Cascadia Mono" panose="020B0609020000020004" pitchFamily="49" charset="0"/>
              </a:rPr>
              <a:t>    parameters {</a:t>
            </a:r>
          </a:p>
          <a:p>
            <a:r>
              <a:rPr lang="en-GB" sz="1400" b="1" dirty="0">
                <a:solidFill>
                  <a:srgbClr val="000000"/>
                </a:solidFill>
                <a:highlight>
                  <a:srgbClr val="FFFFFF"/>
                </a:highlight>
                <a:latin typeface="Cascadia Mono" panose="020B0609020000020004" pitchFamily="49" charset="0"/>
              </a:rPr>
              <a:t>        choice(</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'ENV'</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choices: [</a:t>
            </a:r>
            <a:r>
              <a:rPr lang="en-GB" sz="1400" b="1" dirty="0">
                <a:solidFill>
                  <a:srgbClr val="A31515"/>
                </a:solidFill>
                <a:highlight>
                  <a:srgbClr val="FFFFFF"/>
                </a:highlight>
                <a:latin typeface="Cascadia Mono" panose="020B0609020000020004" pitchFamily="49" charset="0"/>
              </a:rPr>
              <a:t>'dev'</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'test'</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'prod'</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'Target environment'</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string(</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'VERSION'</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defaultValue</a:t>
            </a:r>
            <a:r>
              <a:rPr lang="en-GB" sz="1400" b="1" dirty="0">
                <a:solidFill>
                  <a:srgbClr val="000000"/>
                </a:solidFill>
                <a:highlight>
                  <a:srgbClr val="FFFFFF"/>
                </a:highlight>
                <a:latin typeface="Cascadia Mono" panose="020B0609020000020004" pitchFamily="49" charset="0"/>
              </a:rPr>
              <a:t>: </a:t>
            </a:r>
            <a:r>
              <a:rPr lang="en-GB" sz="1400" b="1" dirty="0">
                <a:solidFill>
                  <a:srgbClr val="A31515"/>
                </a:solidFill>
                <a:highlight>
                  <a:srgbClr val="FFFFFF"/>
                </a:highlight>
                <a:latin typeface="Cascadia Mono" panose="020B0609020000020004" pitchFamily="49" charset="0"/>
              </a:rPr>
              <a:t>'1.0.0'</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'Application version'</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booleanParam</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name: </a:t>
            </a:r>
            <a:r>
              <a:rPr lang="en-GB" sz="1400" b="1" dirty="0">
                <a:solidFill>
                  <a:srgbClr val="A31515"/>
                </a:solidFill>
                <a:highlight>
                  <a:srgbClr val="FFFFFF"/>
                </a:highlight>
                <a:latin typeface="Cascadia Mono" panose="020B0609020000020004" pitchFamily="49" charset="0"/>
              </a:rPr>
              <a:t>'RUN_EXTRA_TESTS'</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a:t>
            </a:r>
            <a:r>
              <a:rPr lang="en-GB" sz="1400" b="1" dirty="0" err="1">
                <a:solidFill>
                  <a:srgbClr val="000000"/>
                </a:solidFill>
                <a:highlight>
                  <a:srgbClr val="FFFFFF"/>
                </a:highlight>
                <a:latin typeface="Cascadia Mono" panose="020B0609020000020004" pitchFamily="49" charset="0"/>
              </a:rPr>
              <a:t>defaultValue</a:t>
            </a:r>
            <a:r>
              <a:rPr lang="en-GB" sz="1400" b="1" dirty="0">
                <a:solidFill>
                  <a:srgbClr val="000000"/>
                </a:solidFill>
                <a:highlight>
                  <a:srgbClr val="FFFFFF"/>
                </a:highlight>
                <a:latin typeface="Cascadia Mono" panose="020B0609020000020004" pitchFamily="49" charset="0"/>
              </a:rPr>
              <a:t>: </a:t>
            </a:r>
            <a:r>
              <a:rPr lang="en-GB" sz="1400" b="1" dirty="0">
                <a:solidFill>
                  <a:srgbClr val="0000FF"/>
                </a:solidFill>
                <a:highlight>
                  <a:srgbClr val="FFFFFF"/>
                </a:highlight>
                <a:latin typeface="Cascadia Mono" panose="020B0609020000020004" pitchFamily="49" charset="0"/>
              </a:rPr>
              <a:t>false</a:t>
            </a:r>
            <a:r>
              <a:rPr lang="en-GB" sz="1400" b="1" dirty="0">
                <a:solidFill>
                  <a:srgbClr val="000000"/>
                </a:solidFill>
                <a:highlight>
                  <a:srgbClr val="FFFFFF"/>
                </a:highlight>
                <a:latin typeface="Cascadia Mono" panose="020B0609020000020004" pitchFamily="49" charset="0"/>
              </a:rPr>
              <a:t>,</a:t>
            </a:r>
          </a:p>
          <a:p>
            <a:r>
              <a:rPr lang="en-GB" sz="1400" b="1" dirty="0">
                <a:solidFill>
                  <a:srgbClr val="000000"/>
                </a:solidFill>
                <a:highlight>
                  <a:srgbClr val="FFFFFF"/>
                </a:highlight>
                <a:latin typeface="Cascadia Mono" panose="020B0609020000020004" pitchFamily="49" charset="0"/>
              </a:rPr>
              <a:t>            description: </a:t>
            </a:r>
            <a:r>
              <a:rPr lang="en-GB" sz="1400" b="1" dirty="0">
                <a:solidFill>
                  <a:srgbClr val="A31515"/>
                </a:solidFill>
                <a:highlight>
                  <a:srgbClr val="FFFFFF"/>
                </a:highlight>
                <a:latin typeface="Cascadia Mono" panose="020B0609020000020004" pitchFamily="49" charset="0"/>
              </a:rPr>
              <a:t>'Enable extra tests'</a:t>
            </a:r>
            <a:endParaRPr lang="en-GB" sz="1400" b="1" dirty="0">
              <a:solidFill>
                <a:srgbClr val="000000"/>
              </a:solidFill>
              <a:highlight>
                <a:srgbClr val="FFFFFF"/>
              </a:highlight>
              <a:latin typeface="Cascadia Mono" panose="020B0609020000020004" pitchFamily="49" charset="0"/>
            </a:endParaRPr>
          </a:p>
          <a:p>
            <a:r>
              <a:rPr lang="en-GB" sz="1400" b="1" dirty="0">
                <a:solidFill>
                  <a:srgbClr val="000000"/>
                </a:solidFill>
                <a:highlight>
                  <a:srgbClr val="FFFFFF"/>
                </a:highlight>
                <a:latin typeface="Cascadia Mono" panose="020B0609020000020004" pitchFamily="49" charset="0"/>
              </a:rPr>
              <a:t>        )</a:t>
            </a:r>
          </a:p>
          <a:p>
            <a:r>
              <a:rPr lang="en-GB" sz="1400" b="1" dirty="0">
                <a:solidFill>
                  <a:srgbClr val="000000"/>
                </a:solidFill>
                <a:highlight>
                  <a:srgbClr val="FFFFFF"/>
                </a:highlight>
                <a:latin typeface="Cascadia Mono" panose="020B0609020000020004" pitchFamily="49" charset="0"/>
              </a:rPr>
              <a:t>    }</a:t>
            </a:r>
          </a:p>
        </p:txBody>
      </p:sp>
    </p:spTree>
    <p:extLst>
      <p:ext uri="{BB962C8B-B14F-4D97-AF65-F5344CB8AC3E}">
        <p14:creationId xmlns:p14="http://schemas.microsoft.com/office/powerpoint/2010/main" val="4155830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C85A4-B4E1-12BC-722C-6E91482A98B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B606526-ACD7-8744-549F-CD28D61A9B3C}"/>
              </a:ext>
            </a:extLst>
          </p:cNvPr>
          <p:cNvSpPr>
            <a:spLocks noGrp="1"/>
          </p:cNvSpPr>
          <p:nvPr>
            <p:ph type="body" sz="quarter" idx="12"/>
          </p:nvPr>
        </p:nvSpPr>
        <p:spPr/>
        <p:txBody>
          <a:bodyPr/>
          <a:lstStyle/>
          <a:p>
            <a:r>
              <a:rPr lang="en-GB" b="1" dirty="0"/>
              <a:t>Manual Approval + Conditional Example</a:t>
            </a:r>
            <a:endParaRPr lang="en-GB" dirty="0"/>
          </a:p>
        </p:txBody>
      </p:sp>
      <p:sp>
        <p:nvSpPr>
          <p:cNvPr id="4" name="Text Placeholder 3">
            <a:extLst>
              <a:ext uri="{FF2B5EF4-FFF2-40B4-BE49-F238E27FC236}">
                <a16:creationId xmlns:a16="http://schemas.microsoft.com/office/drawing/2014/main" id="{2AF82D1F-BE88-F545-DA26-7D218CFFED1C}"/>
              </a:ext>
            </a:extLst>
          </p:cNvPr>
          <p:cNvSpPr>
            <a:spLocks noGrp="1"/>
          </p:cNvSpPr>
          <p:nvPr>
            <p:ph type="body" sz="quarter" idx="11"/>
          </p:nvPr>
        </p:nvSpPr>
        <p:spPr/>
        <p:txBody>
          <a:bodyPr vert="horz" lIns="0" tIns="0" rIns="0" bIns="0" rtlCol="0" anchor="t" anchorCtr="0">
            <a:noAutofit/>
          </a:bodyPr>
          <a:lstStyle/>
          <a:p>
            <a:pPr marL="342900" indent="-342900">
              <a:buSzPts val="1000"/>
              <a:buChar char="•"/>
              <a:tabLst>
                <a:tab pos="457200" algn="l"/>
              </a:tabLst>
            </a:pPr>
            <a:r>
              <a:rPr lang="en-GB" b="1" dirty="0">
                <a:latin typeface="Calibri" panose="020F0502020204030204" pitchFamily="34" charset="0"/>
              </a:rPr>
              <a:t>Deploy to prod only after manual confirmation</a:t>
            </a:r>
          </a:p>
          <a:p>
            <a:pPr marL="342900" indent="-342900">
              <a:buSzPts val="1000"/>
              <a:buChar char="•"/>
              <a:tabLst>
                <a:tab pos="457200" algn="l"/>
              </a:tabLst>
            </a:pPr>
            <a:r>
              <a:rPr lang="en-GB" b="1" dirty="0">
                <a:latin typeface="Calibri" panose="020F0502020204030204" pitchFamily="34" charset="0"/>
              </a:rPr>
              <a:t>Skip deploy in dev/test branches automatically</a:t>
            </a:r>
          </a:p>
          <a:p>
            <a:pPr marL="342900" indent="-342900">
              <a:buSzPts val="1000"/>
              <a:buChar char="•"/>
              <a:tabLst>
                <a:tab pos="457200" algn="l"/>
              </a:tabLst>
            </a:pPr>
            <a:r>
              <a:rPr lang="en-GB" b="1" dirty="0">
                <a:latin typeface="Calibri" panose="020F0502020204030204" pitchFamily="34" charset="0"/>
              </a:rPr>
              <a:t>Combine when condition with input step</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FBB0BB2C-9F73-CC8E-98BB-45383352D6BB}"/>
              </a:ext>
            </a:extLst>
          </p:cNvPr>
          <p:cNvSpPr>
            <a:spLocks noGrp="1"/>
          </p:cNvSpPr>
          <p:nvPr>
            <p:ph type="sldNum" sz="quarter" idx="4"/>
          </p:nvPr>
        </p:nvSpPr>
        <p:spPr/>
        <p:txBody>
          <a:bodyPr/>
          <a:lstStyle/>
          <a:p>
            <a:fld id="{EF892D59-8F09-EF4B-AD6D-DA609442F868}" type="slidenum">
              <a:rPr lang="en-GB" smtClean="0"/>
              <a:pPr/>
              <a:t>15</a:t>
            </a:fld>
            <a:endParaRPr lang="en-GB"/>
          </a:p>
        </p:txBody>
      </p:sp>
      <p:sp>
        <p:nvSpPr>
          <p:cNvPr id="6" name="TextBox 5">
            <a:extLst>
              <a:ext uri="{FF2B5EF4-FFF2-40B4-BE49-F238E27FC236}">
                <a16:creationId xmlns:a16="http://schemas.microsoft.com/office/drawing/2014/main" id="{C16FBAD0-37C4-4CC4-E958-FCC4E9010741}"/>
              </a:ext>
            </a:extLst>
          </p:cNvPr>
          <p:cNvSpPr txBox="1"/>
          <p:nvPr/>
        </p:nvSpPr>
        <p:spPr>
          <a:xfrm>
            <a:off x="5091984" y="2536688"/>
            <a:ext cx="6723779" cy="4154984"/>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200" b="1" dirty="0">
                <a:solidFill>
                  <a:srgbClr val="000000"/>
                </a:solidFill>
                <a:highlight>
                  <a:srgbClr val="FFFFFF"/>
                </a:highlight>
                <a:latin typeface="Cascadia Mono" panose="020B0609020000020004" pitchFamily="49" charset="0"/>
              </a:rPr>
              <a:t> stage(</a:t>
            </a:r>
            <a:r>
              <a:rPr lang="en-GB" sz="1200" b="1" dirty="0">
                <a:solidFill>
                  <a:srgbClr val="A31515"/>
                </a:solidFill>
                <a:highlight>
                  <a:srgbClr val="FFFFFF"/>
                </a:highlight>
                <a:latin typeface="Cascadia Mono" panose="020B0609020000020004" pitchFamily="49" charset="0"/>
              </a:rPr>
              <a:t>'Deploy'</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when {</a:t>
            </a:r>
          </a:p>
          <a:p>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anyOf</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branch </a:t>
            </a:r>
            <a:r>
              <a:rPr lang="en-GB" sz="1200" b="1" dirty="0">
                <a:solidFill>
                  <a:srgbClr val="A31515"/>
                </a:solidFill>
                <a:highlight>
                  <a:srgbClr val="FFFFFF"/>
                </a:highlight>
                <a:latin typeface="Cascadia Mono" panose="020B0609020000020004" pitchFamily="49" charset="0"/>
              </a:rPr>
              <a:t>'dev'</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branch </a:t>
            </a:r>
            <a:r>
              <a:rPr lang="en-GB" sz="1200" b="1" dirty="0">
                <a:solidFill>
                  <a:srgbClr val="A31515"/>
                </a:solidFill>
                <a:highlight>
                  <a:srgbClr val="FFFFFF"/>
                </a:highlight>
                <a:latin typeface="Cascadia Mono" panose="020B0609020000020004" pitchFamily="49" charset="0"/>
              </a:rPr>
              <a:t>'test'</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branch </a:t>
            </a:r>
            <a:r>
              <a:rPr lang="en-GB" sz="1200" b="1" dirty="0">
                <a:solidFill>
                  <a:srgbClr val="A31515"/>
                </a:solidFill>
                <a:highlight>
                  <a:srgbClr val="FFFFFF"/>
                </a:highlight>
                <a:latin typeface="Cascadia Mono" panose="020B0609020000020004" pitchFamily="49" charset="0"/>
              </a:rPr>
              <a:t>'prod'</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br>
              <a:rPr lang="en-GB" sz="1200" b="1" dirty="0">
                <a:solidFill>
                  <a:srgbClr val="000000"/>
                </a:solidFill>
                <a:highlight>
                  <a:srgbClr val="FFFFFF"/>
                </a:highlight>
                <a:latin typeface="Cascadia Mono" panose="020B0609020000020004" pitchFamily="49" charset="0"/>
              </a:rPr>
            </a:b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steps {</a:t>
            </a:r>
          </a:p>
          <a:p>
            <a:r>
              <a:rPr lang="en-GB" sz="1200" b="1" dirty="0">
                <a:solidFill>
                  <a:srgbClr val="000000"/>
                </a:solidFill>
                <a:highlight>
                  <a:srgbClr val="FFFFFF"/>
                </a:highlight>
                <a:latin typeface="Cascadia Mono" panose="020B0609020000020004" pitchFamily="49" charset="0"/>
              </a:rPr>
              <a:t>                script {</a:t>
            </a:r>
          </a:p>
          <a:p>
            <a:r>
              <a:rPr lang="en-GB" sz="1200" b="1" dirty="0">
                <a:solidFill>
                  <a:srgbClr val="000000"/>
                </a:solidFill>
                <a:highlight>
                  <a:srgbClr val="FFFFFF"/>
                </a:highlight>
                <a:latin typeface="Cascadia Mono" panose="020B0609020000020004" pitchFamily="49" charset="0"/>
              </a:rPr>
              <a:t>                    </a:t>
            </a:r>
            <a:r>
              <a:rPr lang="en-GB" sz="1200" b="1" dirty="0">
                <a:solidFill>
                  <a:srgbClr val="0000FF"/>
                </a:solidFill>
                <a:highlight>
                  <a:srgbClr val="FFFFFF"/>
                </a:highlight>
                <a:latin typeface="Cascadia Mono" panose="020B0609020000020004" pitchFamily="49" charset="0"/>
              </a:rPr>
              <a:t>if</a:t>
            </a:r>
            <a:r>
              <a:rPr lang="en-GB" sz="1200" b="1" dirty="0">
                <a:solidFill>
                  <a:srgbClr val="000000"/>
                </a:solidFill>
                <a:highlight>
                  <a:srgbClr val="FFFFFF"/>
                </a:highlight>
                <a:latin typeface="Cascadia Mono" panose="020B0609020000020004" pitchFamily="49" charset="0"/>
              </a:rPr>
              <a:t> (</a:t>
            </a:r>
            <a:r>
              <a:rPr lang="en-GB" sz="1200" b="1" dirty="0" err="1">
                <a:solidFill>
                  <a:srgbClr val="000000"/>
                </a:solidFill>
                <a:highlight>
                  <a:srgbClr val="FFFFFF"/>
                </a:highlight>
                <a:latin typeface="Cascadia Mono" panose="020B0609020000020004" pitchFamily="49" charset="0"/>
              </a:rPr>
              <a:t>env.BRANCH_NAME</a:t>
            </a:r>
            <a:r>
              <a:rPr lang="en-GB" sz="1200" b="1" dirty="0">
                <a:solidFill>
                  <a:srgbClr val="000000"/>
                </a:solidFill>
                <a:highlight>
                  <a:srgbClr val="FFFFFF"/>
                </a:highlight>
                <a:latin typeface="Cascadia Mono" panose="020B0609020000020004" pitchFamily="49" charset="0"/>
              </a:rPr>
              <a:t> == </a:t>
            </a:r>
            <a:r>
              <a:rPr lang="en-GB" sz="1200" b="1" dirty="0">
                <a:solidFill>
                  <a:srgbClr val="A31515"/>
                </a:solidFill>
                <a:highlight>
                  <a:srgbClr val="FFFFFF"/>
                </a:highlight>
                <a:latin typeface="Cascadia Mono" panose="020B0609020000020004" pitchFamily="49" charset="0"/>
              </a:rPr>
              <a:t>'prod'</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"Deploying to PROD"</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 </a:t>
            </a:r>
            <a:r>
              <a:rPr lang="en-GB" sz="1200" b="1" dirty="0">
                <a:solidFill>
                  <a:srgbClr val="0000FF"/>
                </a:solidFill>
                <a:highlight>
                  <a:srgbClr val="FFFFFF"/>
                </a:highlight>
                <a:latin typeface="Cascadia Mono" panose="020B0609020000020004" pitchFamily="49" charset="0"/>
              </a:rPr>
              <a:t>else</a:t>
            </a:r>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echo </a:t>
            </a:r>
            <a:r>
              <a:rPr lang="en-GB" sz="1200" b="1" dirty="0">
                <a:solidFill>
                  <a:srgbClr val="A31515"/>
                </a:solidFill>
                <a:highlight>
                  <a:srgbClr val="FFFFFF"/>
                </a:highlight>
                <a:latin typeface="Cascadia Mono" panose="020B0609020000020004" pitchFamily="49" charset="0"/>
              </a:rPr>
              <a:t>"Auto‑deploying to ${</a:t>
            </a:r>
            <a:r>
              <a:rPr lang="en-GB" sz="1200" b="1" dirty="0" err="1">
                <a:solidFill>
                  <a:srgbClr val="A31515"/>
                </a:solidFill>
                <a:highlight>
                  <a:srgbClr val="FFFFFF"/>
                </a:highlight>
                <a:latin typeface="Cascadia Mono" panose="020B0609020000020004" pitchFamily="49" charset="0"/>
              </a:rPr>
              <a:t>env.BRANCH_NAME</a:t>
            </a:r>
            <a:r>
              <a:rPr lang="en-GB" sz="1200" b="1" dirty="0">
                <a:solidFill>
                  <a:srgbClr val="A31515"/>
                </a:solidFill>
                <a:highlight>
                  <a:srgbClr val="FFFFFF"/>
                </a:highlight>
                <a:latin typeface="Cascadia Mono" panose="020B0609020000020004" pitchFamily="49" charset="0"/>
              </a:rPr>
              <a:t>} </a:t>
            </a:r>
            <a:br>
              <a:rPr lang="en-GB" sz="1200" b="1" dirty="0">
                <a:solidFill>
                  <a:srgbClr val="A31515"/>
                </a:solidFill>
                <a:highlight>
                  <a:srgbClr val="FFFFFF"/>
                </a:highlight>
                <a:latin typeface="Cascadia Mono" panose="020B0609020000020004" pitchFamily="49" charset="0"/>
              </a:rPr>
            </a:br>
            <a:r>
              <a:rPr lang="en-GB" sz="1200" b="1" dirty="0">
                <a:solidFill>
                  <a:srgbClr val="A31515"/>
                </a:solidFill>
                <a:highlight>
                  <a:srgbClr val="FFFFFF"/>
                </a:highlight>
                <a:latin typeface="Cascadia Mono" panose="020B0609020000020004" pitchFamily="49" charset="0"/>
              </a:rPr>
              <a:t>					(no approval needed)"</a:t>
            </a:r>
            <a:endParaRPr lang="en-GB" sz="1200" b="1" dirty="0">
              <a:solidFill>
                <a:srgbClr val="000000"/>
              </a:solidFill>
              <a:highlight>
                <a:srgbClr val="FFFFFF"/>
              </a:highlight>
              <a:latin typeface="Cascadia Mono" panose="020B0609020000020004" pitchFamily="49" charset="0"/>
            </a:endParaRP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    }</a:t>
            </a:r>
          </a:p>
          <a:p>
            <a:r>
              <a:rPr lang="en-GB" sz="1200" b="1" dirty="0">
                <a:solidFill>
                  <a:srgbClr val="000000"/>
                </a:solidFill>
                <a:highlight>
                  <a:srgbClr val="FFFFFF"/>
                </a:highlight>
                <a:latin typeface="Cascadia Mono" panose="020B0609020000020004" pitchFamily="49" charset="0"/>
              </a:rPr>
              <a:t>}</a:t>
            </a:r>
            <a:endParaRPr lang="en-GB" sz="1200" b="1" dirty="0"/>
          </a:p>
        </p:txBody>
      </p:sp>
      <p:sp>
        <p:nvSpPr>
          <p:cNvPr id="7" name="TextBox 6">
            <a:extLst>
              <a:ext uri="{FF2B5EF4-FFF2-40B4-BE49-F238E27FC236}">
                <a16:creationId xmlns:a16="http://schemas.microsoft.com/office/drawing/2014/main" id="{85A3C84A-27D8-5261-E91E-A6D4A6DEEC97}"/>
              </a:ext>
            </a:extLst>
          </p:cNvPr>
          <p:cNvSpPr txBox="1"/>
          <p:nvPr/>
        </p:nvSpPr>
        <p:spPr>
          <a:xfrm>
            <a:off x="171190" y="2552961"/>
            <a:ext cx="4833947" cy="3785652"/>
          </a:xfrm>
          <a:prstGeom prst="rect">
            <a:avLst/>
          </a:prstGeom>
          <a:ln>
            <a:solidFill>
              <a:schemeClr val="bg1">
                <a:lumMod val="8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200" dirty="0">
                <a:solidFill>
                  <a:srgbClr val="000000"/>
                </a:solidFill>
                <a:highlight>
                  <a:srgbClr val="FFFFFF"/>
                </a:highlight>
                <a:latin typeface="Cascadia Mono" panose="020B0609020000020004" pitchFamily="49" charset="0"/>
              </a:rPr>
              <a:t>pipeline {</a:t>
            </a:r>
          </a:p>
          <a:p>
            <a:r>
              <a:rPr lang="en-GB" sz="1200" dirty="0">
                <a:solidFill>
                  <a:srgbClr val="000000"/>
                </a:solidFill>
                <a:highlight>
                  <a:srgbClr val="FFFFFF"/>
                </a:highlight>
                <a:latin typeface="Cascadia Mono" panose="020B0609020000020004" pitchFamily="49" charset="0"/>
              </a:rPr>
              <a:t>    agent any</a:t>
            </a:r>
          </a:p>
          <a:p>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stages {</a:t>
            </a:r>
          </a:p>
          <a:p>
            <a:r>
              <a:rPr lang="en-GB" sz="1200" dirty="0">
                <a:solidFill>
                  <a:srgbClr val="000000"/>
                </a:solidFill>
                <a:highlight>
                  <a:srgbClr val="FFFFFF"/>
                </a:highlight>
                <a:latin typeface="Cascadia Mono" panose="020B0609020000020004" pitchFamily="49" charset="0"/>
              </a:rPr>
              <a:t>        stage(</a:t>
            </a:r>
            <a:r>
              <a:rPr lang="en-GB" sz="1200" dirty="0">
                <a:solidFill>
                  <a:srgbClr val="A31515"/>
                </a:solidFill>
                <a:highlight>
                  <a:srgbClr val="FFFFFF"/>
                </a:highlight>
                <a:latin typeface="Cascadia Mono" panose="020B0609020000020004" pitchFamily="49" charset="0"/>
              </a:rPr>
              <a:t>'Build'</a:t>
            </a:r>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steps {</a:t>
            </a:r>
          </a:p>
          <a:p>
            <a:r>
              <a:rPr lang="en-GB" sz="1200" dirty="0">
                <a:solidFill>
                  <a:srgbClr val="000000"/>
                </a:solidFill>
                <a:highlight>
                  <a:srgbClr val="FFFFFF"/>
                </a:highlight>
                <a:latin typeface="Cascadia Mono" panose="020B0609020000020004" pitchFamily="49" charset="0"/>
              </a:rPr>
              <a:t>                echo </a:t>
            </a:r>
            <a:r>
              <a:rPr lang="en-GB" sz="1200" dirty="0">
                <a:solidFill>
                  <a:srgbClr val="A31515"/>
                </a:solidFill>
                <a:highlight>
                  <a:srgbClr val="FFFFFF"/>
                </a:highlight>
                <a:latin typeface="Cascadia Mono" panose="020B0609020000020004" pitchFamily="49" charset="0"/>
              </a:rPr>
              <a:t>"Building..."</a:t>
            </a:r>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a:t>
            </a:r>
          </a:p>
          <a:p>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stage(</a:t>
            </a:r>
            <a:r>
              <a:rPr lang="en-GB" sz="1200" dirty="0">
                <a:solidFill>
                  <a:srgbClr val="A31515"/>
                </a:solidFill>
                <a:highlight>
                  <a:srgbClr val="FFFFFF"/>
                </a:highlight>
                <a:latin typeface="Cascadia Mono" panose="020B0609020000020004" pitchFamily="49" charset="0"/>
              </a:rPr>
              <a:t>'Approve Prod Deploy'</a:t>
            </a:r>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when {</a:t>
            </a:r>
          </a:p>
          <a:p>
            <a:r>
              <a:rPr lang="en-GB" sz="1200" dirty="0">
                <a:solidFill>
                  <a:srgbClr val="000000"/>
                </a:solidFill>
                <a:highlight>
                  <a:srgbClr val="FFFFFF"/>
                </a:highlight>
                <a:latin typeface="Cascadia Mono" panose="020B0609020000020004" pitchFamily="49" charset="0"/>
              </a:rPr>
              <a:t>                branch </a:t>
            </a:r>
            <a:r>
              <a:rPr lang="en-GB" sz="1200" dirty="0">
                <a:solidFill>
                  <a:srgbClr val="A31515"/>
                </a:solidFill>
                <a:highlight>
                  <a:srgbClr val="FFFFFF"/>
                </a:highlight>
                <a:latin typeface="Cascadia Mono" panose="020B0609020000020004" pitchFamily="49" charset="0"/>
              </a:rPr>
              <a:t>'prod'</a:t>
            </a:r>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steps {</a:t>
            </a:r>
          </a:p>
          <a:p>
            <a:r>
              <a:rPr lang="en-GB" sz="1200" dirty="0">
                <a:solidFill>
                  <a:srgbClr val="000000"/>
                </a:solidFill>
                <a:highlight>
                  <a:srgbClr val="FFFFFF"/>
                </a:highlight>
                <a:latin typeface="Cascadia Mono" panose="020B0609020000020004" pitchFamily="49" charset="0"/>
              </a:rPr>
              <a:t>                script {</a:t>
            </a:r>
          </a:p>
          <a:p>
            <a:r>
              <a:rPr lang="en-GB" sz="1200" dirty="0">
                <a:solidFill>
                  <a:srgbClr val="000000"/>
                </a:solidFill>
                <a:highlight>
                  <a:srgbClr val="FFFFFF"/>
                </a:highlight>
                <a:latin typeface="Cascadia Mono" panose="020B0609020000020004" pitchFamily="49" charset="0"/>
              </a:rPr>
              <a:t>                    input message: </a:t>
            </a:r>
            <a:r>
              <a:rPr lang="en-GB" sz="1200" dirty="0">
                <a:solidFill>
                  <a:srgbClr val="A31515"/>
                </a:solidFill>
                <a:highlight>
                  <a:srgbClr val="FFFFFF"/>
                </a:highlight>
                <a:latin typeface="Cascadia Mono" panose="020B0609020000020004" pitchFamily="49" charset="0"/>
              </a:rPr>
              <a:t>"Deploy to PROD?"</a:t>
            </a:r>
            <a:endParaRPr lang="en-GB" sz="1200" dirty="0">
              <a:solidFill>
                <a:srgbClr val="000000"/>
              </a:solidFill>
              <a:highlight>
                <a:srgbClr val="FFFFFF"/>
              </a:highlight>
              <a:latin typeface="Cascadia Mono" panose="020B0609020000020004" pitchFamily="49" charset="0"/>
            </a:endParaRPr>
          </a:p>
          <a:p>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a:t>
            </a:r>
          </a:p>
          <a:p>
            <a:r>
              <a:rPr lang="en-GB" sz="1200" dirty="0">
                <a:solidFill>
                  <a:srgbClr val="000000"/>
                </a:solidFill>
                <a:highlight>
                  <a:srgbClr val="FFFFFF"/>
                </a:highlight>
                <a:latin typeface="Cascadia Mono" panose="020B0609020000020004" pitchFamily="49" charset="0"/>
              </a:rPr>
              <a:t>        }</a:t>
            </a:r>
          </a:p>
        </p:txBody>
      </p:sp>
    </p:spTree>
    <p:extLst>
      <p:ext uri="{BB962C8B-B14F-4D97-AF65-F5344CB8AC3E}">
        <p14:creationId xmlns:p14="http://schemas.microsoft.com/office/powerpoint/2010/main" val="763867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A8F91-5ED3-EBF8-916E-E5869D0761F4}"/>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819BFADA-A5E2-0989-980B-91E123420046}"/>
              </a:ext>
            </a:extLst>
          </p:cNvPr>
          <p:cNvSpPr>
            <a:spLocks noGrp="1"/>
          </p:cNvSpPr>
          <p:nvPr>
            <p:ph type="body" sz="quarter" idx="12"/>
          </p:nvPr>
        </p:nvSpPr>
        <p:spPr/>
        <p:txBody>
          <a:bodyPr/>
          <a:lstStyle/>
          <a:p>
            <a:r>
              <a:rPr lang="en-GB" b="1" dirty="0"/>
              <a:t>Putting It All Together</a:t>
            </a:r>
            <a:endParaRPr lang="en-GB" dirty="0"/>
          </a:p>
        </p:txBody>
      </p:sp>
      <p:sp>
        <p:nvSpPr>
          <p:cNvPr id="4" name="Text Placeholder 3">
            <a:extLst>
              <a:ext uri="{FF2B5EF4-FFF2-40B4-BE49-F238E27FC236}">
                <a16:creationId xmlns:a16="http://schemas.microsoft.com/office/drawing/2014/main" id="{C5880075-F75C-E636-8F91-80637D87350E}"/>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Store Declarative Jenkinsfile in repo</a:t>
            </a:r>
          </a:p>
          <a:p>
            <a:pPr marL="342900" indent="-342900">
              <a:lnSpc>
                <a:spcPct val="150000"/>
              </a:lnSpc>
              <a:buSzPts val="1000"/>
              <a:buChar char="•"/>
              <a:tabLst>
                <a:tab pos="457200" algn="l"/>
              </a:tabLst>
            </a:pPr>
            <a:r>
              <a:rPr lang="en-GB" sz="2400" b="1" dirty="0">
                <a:latin typeface="Calibri" panose="020F0502020204030204" pitchFamily="34" charset="0"/>
              </a:rPr>
              <a:t>Use Multistage pipeline with clear stages</a:t>
            </a:r>
          </a:p>
          <a:p>
            <a:pPr marL="342900" indent="-342900">
              <a:lnSpc>
                <a:spcPct val="150000"/>
              </a:lnSpc>
              <a:buSzPts val="1000"/>
              <a:buChar char="•"/>
              <a:tabLst>
                <a:tab pos="457200" algn="l"/>
              </a:tabLst>
            </a:pPr>
            <a:r>
              <a:rPr lang="en-GB" sz="2400" b="1" dirty="0">
                <a:latin typeface="Calibri" panose="020F0502020204030204" pitchFamily="34" charset="0"/>
              </a:rPr>
              <a:t>Parallel testing to speed feedback</a:t>
            </a:r>
          </a:p>
          <a:p>
            <a:pPr marL="342900" indent="-342900">
              <a:lnSpc>
                <a:spcPct val="150000"/>
              </a:lnSpc>
              <a:buSzPts val="1000"/>
              <a:buChar char="•"/>
              <a:tabLst>
                <a:tab pos="457200" algn="l"/>
              </a:tabLst>
            </a:pPr>
            <a:r>
              <a:rPr lang="en-GB" sz="2400" b="1" dirty="0">
                <a:latin typeface="Calibri" panose="020F0502020204030204" pitchFamily="34" charset="0"/>
              </a:rPr>
              <a:t>Conditional deployment for flexibility</a:t>
            </a:r>
          </a:p>
          <a:p>
            <a:pPr marL="342900" indent="-342900">
              <a:lnSpc>
                <a:spcPct val="150000"/>
              </a:lnSpc>
              <a:buSzPts val="1000"/>
              <a:buChar char="•"/>
              <a:tabLst>
                <a:tab pos="457200" algn="l"/>
              </a:tabLst>
            </a:pPr>
            <a:r>
              <a:rPr lang="en-GB" sz="2400" b="1" dirty="0">
                <a:latin typeface="Calibri" panose="020F0502020204030204" pitchFamily="34" charset="0"/>
              </a:rPr>
              <a:t>Manual approval gates for safety</a:t>
            </a:r>
          </a:p>
          <a:p>
            <a:pPr marL="342900" indent="-342900">
              <a:lnSpc>
                <a:spcPct val="150000"/>
              </a:lnSpc>
              <a:buSzPts val="1000"/>
              <a:buChar char="•"/>
              <a:tabLst>
                <a:tab pos="457200" algn="l"/>
              </a:tabLst>
            </a:pPr>
            <a:r>
              <a:rPr lang="en-GB" sz="2400" b="1" dirty="0">
                <a:latin typeface="Calibri" panose="020F0502020204030204" pitchFamily="34" charset="0"/>
              </a:rPr>
              <a:t>Parameter-driven builds for reusability</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D0338A8C-61AA-D659-D40B-67119FD5C7A4}"/>
              </a:ext>
            </a:extLst>
          </p:cNvPr>
          <p:cNvSpPr>
            <a:spLocks noGrp="1"/>
          </p:cNvSpPr>
          <p:nvPr>
            <p:ph type="sldNum" sz="quarter" idx="4"/>
          </p:nvPr>
        </p:nvSpPr>
        <p:spPr/>
        <p:txBody>
          <a:bodyPr/>
          <a:lstStyle/>
          <a:p>
            <a:fld id="{EF892D59-8F09-EF4B-AD6D-DA609442F868}" type="slidenum">
              <a:rPr lang="en-GB" smtClean="0"/>
              <a:pPr/>
              <a:t>16</a:t>
            </a:fld>
            <a:endParaRPr lang="en-GB"/>
          </a:p>
        </p:txBody>
      </p:sp>
    </p:spTree>
    <p:extLst>
      <p:ext uri="{BB962C8B-B14F-4D97-AF65-F5344CB8AC3E}">
        <p14:creationId xmlns:p14="http://schemas.microsoft.com/office/powerpoint/2010/main" val="32172554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4FFFA-A058-77F8-90CB-1F563012F045}"/>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DC229753-2FE6-3A0C-21C9-D07FE66DAAB7}"/>
              </a:ext>
            </a:extLst>
          </p:cNvPr>
          <p:cNvSpPr>
            <a:spLocks noGrp="1"/>
          </p:cNvSpPr>
          <p:nvPr>
            <p:ph type="body" sz="quarter" idx="12"/>
          </p:nvPr>
        </p:nvSpPr>
        <p:spPr/>
        <p:txBody>
          <a:bodyPr/>
          <a:lstStyle/>
          <a:p>
            <a:r>
              <a:rPr lang="en-GB" b="1" dirty="0"/>
              <a:t>Summary</a:t>
            </a:r>
            <a:endParaRPr lang="en-GB" dirty="0"/>
          </a:p>
        </p:txBody>
      </p:sp>
      <p:sp>
        <p:nvSpPr>
          <p:cNvPr id="4" name="Text Placeholder 3">
            <a:extLst>
              <a:ext uri="{FF2B5EF4-FFF2-40B4-BE49-F238E27FC236}">
                <a16:creationId xmlns:a16="http://schemas.microsoft.com/office/drawing/2014/main" id="{F33F00F6-D41F-BFA4-5ED3-AD2A14C14378}"/>
              </a:ext>
            </a:extLst>
          </p:cNvPr>
          <p:cNvSpPr>
            <a:spLocks noGrp="1"/>
          </p:cNvSpPr>
          <p:nvPr>
            <p:ph type="body" sz="quarter" idx="11"/>
          </p:nvPr>
        </p:nvSpPr>
        <p:spPr/>
        <p:txBody>
          <a:bodyPr vert="horz" lIns="0" tIns="0" rIns="0" bIns="0" rtlCol="0" anchor="t" anchorCtr="0">
            <a:noAutofit/>
          </a:bodyPr>
          <a:lstStyle/>
          <a:p>
            <a:pPr marL="342900" indent="-342900">
              <a:lnSpc>
                <a:spcPct val="150000"/>
              </a:lnSpc>
              <a:buSzPts val="1000"/>
              <a:buChar char="•"/>
              <a:tabLst>
                <a:tab pos="457200" algn="l"/>
              </a:tabLst>
            </a:pPr>
            <a:r>
              <a:rPr lang="en-GB" sz="2400" b="1" dirty="0">
                <a:latin typeface="Calibri" panose="020F0502020204030204" pitchFamily="34" charset="0"/>
              </a:rPr>
              <a:t>Pipelines are code, not just UI jobs</a:t>
            </a:r>
          </a:p>
          <a:p>
            <a:pPr marL="342900" indent="-342900">
              <a:lnSpc>
                <a:spcPct val="150000"/>
              </a:lnSpc>
              <a:buSzPts val="1000"/>
              <a:buChar char="•"/>
              <a:tabLst>
                <a:tab pos="457200" algn="l"/>
              </a:tabLst>
            </a:pPr>
            <a:r>
              <a:rPr lang="en-GB" sz="2400" b="1" dirty="0">
                <a:latin typeface="Calibri" panose="020F0502020204030204" pitchFamily="34" charset="0"/>
              </a:rPr>
              <a:t>Structure improves reliability and clarity</a:t>
            </a:r>
          </a:p>
          <a:p>
            <a:pPr marL="342900" indent="-342900">
              <a:lnSpc>
                <a:spcPct val="150000"/>
              </a:lnSpc>
              <a:buSzPts val="1000"/>
              <a:buChar char="•"/>
              <a:tabLst>
                <a:tab pos="457200" algn="l"/>
              </a:tabLst>
            </a:pPr>
            <a:r>
              <a:rPr lang="en-GB" sz="2400" b="1" dirty="0">
                <a:latin typeface="Calibri" panose="020F0502020204030204" pitchFamily="34" charset="0"/>
              </a:rPr>
              <a:t>Automation doesn’t replace humans: it augments control and safety</a:t>
            </a:r>
          </a:p>
          <a:p>
            <a:pPr marL="342900" indent="-342900">
              <a:lnSpc>
                <a:spcPct val="150000"/>
              </a:lnSpc>
              <a:buSzPts val="1000"/>
              <a:buChar char="•"/>
              <a:tabLst>
                <a:tab pos="457200" algn="l"/>
              </a:tabLst>
            </a:pPr>
            <a:r>
              <a:rPr lang="en-GB" sz="2400" b="1" dirty="0">
                <a:latin typeface="Calibri" panose="020F0502020204030204" pitchFamily="34" charset="0"/>
              </a:rPr>
              <a:t>Real-world pipelines combine multistage, parallel, conditional, parameterized, and approval steps</a:t>
            </a:r>
          </a:p>
          <a:p>
            <a:pPr marL="342900" indent="-342900">
              <a:lnSpc>
                <a:spcPct val="150000"/>
              </a:lnSpc>
              <a:buSzPts val="1000"/>
              <a:buChar char="•"/>
              <a:tabLst>
                <a:tab pos="457200" algn="l"/>
              </a:tabLst>
            </a:pPr>
            <a:endParaRPr lang="en-GB" sz="2400" b="1" dirty="0">
              <a:latin typeface="Calibri" panose="020F0502020204030204" pitchFamily="34" charset="0"/>
            </a:endParaRPr>
          </a:p>
        </p:txBody>
      </p:sp>
      <p:sp>
        <p:nvSpPr>
          <p:cNvPr id="2" name="Slide Number Placeholder 1">
            <a:extLst>
              <a:ext uri="{FF2B5EF4-FFF2-40B4-BE49-F238E27FC236}">
                <a16:creationId xmlns:a16="http://schemas.microsoft.com/office/drawing/2014/main" id="{60BDE0DE-FAE0-B19F-3EC1-A887CFFD0E6D}"/>
              </a:ext>
            </a:extLst>
          </p:cNvPr>
          <p:cNvSpPr>
            <a:spLocks noGrp="1"/>
          </p:cNvSpPr>
          <p:nvPr>
            <p:ph type="sldNum" sz="quarter" idx="4"/>
          </p:nvPr>
        </p:nvSpPr>
        <p:spPr/>
        <p:txBody>
          <a:bodyPr/>
          <a:lstStyle/>
          <a:p>
            <a:fld id="{EF892D59-8F09-EF4B-AD6D-DA609442F868}" type="slidenum">
              <a:rPr lang="en-GB" smtClean="0"/>
              <a:pPr/>
              <a:t>17</a:t>
            </a:fld>
            <a:endParaRPr lang="en-GB"/>
          </a:p>
        </p:txBody>
      </p:sp>
    </p:spTree>
    <p:extLst>
      <p:ext uri="{BB962C8B-B14F-4D97-AF65-F5344CB8AC3E}">
        <p14:creationId xmlns:p14="http://schemas.microsoft.com/office/powerpoint/2010/main" val="99739392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_Primary_Colors">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Master_Red_and_Purpl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3.xml><?xml version="1.0" encoding="utf-8"?>
<a:theme xmlns:a="http://schemas.openxmlformats.org/drawingml/2006/main" name="Master_Yellow_and_Orang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4.xml><?xml version="1.0" encoding="utf-8"?>
<a:theme xmlns:a="http://schemas.openxmlformats.org/drawingml/2006/main" name="Master_Blue">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5.xml><?xml version="1.0" encoding="utf-8"?>
<a:theme xmlns:a="http://schemas.openxmlformats.org/drawingml/2006/main" name="Master_Neutral">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04dd4f8b-4e55-4b0f-90ae-c416a13e2e63">
      <Terms xmlns="http://schemas.microsoft.com/office/infopath/2007/PartnerControls"/>
    </lcf76f155ced4ddcb4097134ff3c332f>
    <TaxCatchAll xmlns="51b58b7f-359e-418a-8fc0-c5d77d026bd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88ECE2E70AB8B46B2C449C81E540480" ma:contentTypeVersion="16" ma:contentTypeDescription="Create a new document." ma:contentTypeScope="" ma:versionID="1df647ff451cce96fec958af0153ffba">
  <xsd:schema xmlns:xsd="http://www.w3.org/2001/XMLSchema" xmlns:xs="http://www.w3.org/2001/XMLSchema" xmlns:p="http://schemas.microsoft.com/office/2006/metadata/properties" xmlns:ns2="04dd4f8b-4e55-4b0f-90ae-c416a13e2e63" xmlns:ns3="51b58b7f-359e-418a-8fc0-c5d77d026bdc" targetNamespace="http://schemas.microsoft.com/office/2006/metadata/properties" ma:root="true" ma:fieldsID="5089fbabc7396ddc8a0ca74cb50b0683" ns2:_="" ns3:_="">
    <xsd:import namespace="04dd4f8b-4e55-4b0f-90ae-c416a13e2e63"/>
    <xsd:import namespace="51b58b7f-359e-418a-8fc0-c5d77d026bd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OCR" minOccurs="0"/>
                <xsd:element ref="ns2:MediaServiceAutoKeyPoints" minOccurs="0"/>
                <xsd:element ref="ns2:MediaServiceKeyPoints" minOccurs="0"/>
                <xsd:element ref="ns2:MediaLengthInSeconds" minOccurs="0"/>
                <xsd:element ref="ns2:MediaServiceLocation"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dd4f8b-4e55-4b0f-90ae-c416a13e2e6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1b58b7f-359e-418a-8fc0-c5d77d026bd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ad02b767-6ee7-4f18-ac1f-362d437aa0cf}" ma:internalName="TaxCatchAll" ma:showField="CatchAllData" ma:web="51b58b7f-359e-418a-8fc0-c5d77d026bd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4FD4C0-AF61-4457-ADCF-4CFE3F92DA4C}">
  <ds:schemaRefs>
    <ds:schemaRef ds:uri="http://purl.org/dc/elements/1.1/"/>
    <ds:schemaRef ds:uri="http://schemas.openxmlformats.org/package/2006/metadata/core-properties"/>
    <ds:schemaRef ds:uri="http://purl.org/dc/dcmitype/"/>
    <ds:schemaRef ds:uri="http://schemas.microsoft.com/office/infopath/2007/PartnerControls"/>
    <ds:schemaRef ds:uri="http://purl.org/dc/terms/"/>
    <ds:schemaRef ds:uri="http://schemas.microsoft.com/office/2006/metadata/properties"/>
    <ds:schemaRef ds:uri="http://schemas.microsoft.com/office/2006/documentManagement/types"/>
    <ds:schemaRef ds:uri="448C177D-8930-4CE7-B892-EC306B91C362"/>
    <ds:schemaRef ds:uri="http://www.w3.org/XML/1998/namespace"/>
    <ds:schemaRef ds:uri="04dd4f8b-4e55-4b0f-90ae-c416a13e2e63"/>
    <ds:schemaRef ds:uri="51b58b7f-359e-418a-8fc0-c5d77d026bdc"/>
  </ds:schemaRefs>
</ds:datastoreItem>
</file>

<file path=customXml/itemProps2.xml><?xml version="1.0" encoding="utf-8"?>
<ds:datastoreItem xmlns:ds="http://schemas.openxmlformats.org/officeDocument/2006/customXml" ds:itemID="{06D42DE0-B197-4E79-9969-FB750B2AC8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dd4f8b-4e55-4b0f-90ae-c416a13e2e63"/>
    <ds:schemaRef ds:uri="51b58b7f-359e-418a-8fc0-c5d77d026bd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B466F22-B209-49D5-9C6F-CD2632AF8CF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2154</Words>
  <Application>Microsoft Office PowerPoint</Application>
  <PresentationFormat>Widescreen</PresentationFormat>
  <Paragraphs>451</Paragraphs>
  <Slides>17</Slides>
  <Notes>16</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17</vt:i4>
      </vt:variant>
    </vt:vector>
  </HeadingPairs>
  <TitlesOfParts>
    <vt:vector size="27" baseType="lpstr">
      <vt:lpstr>Arial</vt:lpstr>
      <vt:lpstr>Calibri</vt:lpstr>
      <vt:lpstr>Cascadia Mono</vt:lpstr>
      <vt:lpstr>Montserrat</vt:lpstr>
      <vt:lpstr>Montserrat Black</vt:lpstr>
      <vt:lpstr>Master_Primary_Colors</vt:lpstr>
      <vt:lpstr>Master_Red_and_Purple</vt:lpstr>
      <vt:lpstr>Master_Yellow_and_Orange</vt:lpstr>
      <vt:lpstr>Master_Blue</vt:lpstr>
      <vt:lpstr>Master_Neutral</vt:lpstr>
      <vt:lpstr>Jenkins Pipeline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jobs</dc:title>
  <dc:creator>Waller, Michelle</dc:creator>
  <cp:lastModifiedBy>mike baradaran</cp:lastModifiedBy>
  <cp:revision>103</cp:revision>
  <dcterms:created xsi:type="dcterms:W3CDTF">2020-09-24T08:38:39Z</dcterms:created>
  <dcterms:modified xsi:type="dcterms:W3CDTF">2025-12-31T22:17:59Z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0x010100488ECE2E70AB8B46B2C449C81E540480</vt:lpwstr>
  </property>
  <property fmtid="{D5CDD505-2E9C-101B-9397-08002B2CF9AE}" pid="3" name="BookType">
    <vt:lpwstr>4</vt:lpwstr>
  </property>
</Properties>
</file>